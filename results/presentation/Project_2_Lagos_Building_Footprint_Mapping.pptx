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bf7ac900c24480" /><Relationship Type="http://schemas.openxmlformats.org/officeDocument/2006/relationships/extended-properties" Target="/docProps/app.xml" Id="Rfea7b5d9a77443ce" /><Relationship Type="http://schemas.openxmlformats.org/officeDocument/2006/relationships/officeDocument" Target="/ppt/presentation.xml" Id="Rba5961f9cb384128" /></Relationships>
</file>

<file path=ppt/presentation.xml><?xml version="1.0" encoding="utf-8"?>
<p:presentation xmlns:p="http://schemas.openxmlformats.org/presentationml/2006/main">
  <p:sldMasterIdLst>
    <p:sldMasterId xmlns:r="http://schemas.openxmlformats.org/officeDocument/2006/relationships" id="2147483648" r:id="R7d83ea00007d4134"/>
  </p:sldMasterIdLst>
  <p:notesMasterIdLst>
    <p:notesMasterId xmlns:r="http://schemas.openxmlformats.org/officeDocument/2006/relationships" r:id="R4d55144ca2ad4dec"/>
  </p:notesMasterIdLst>
  <p:sldIdLst>
    <p:sldId xmlns:r="http://schemas.openxmlformats.org/officeDocument/2006/relationships" id="256" r:id="R8817907edad445c4"/>
    <p:sldId xmlns:r="http://schemas.openxmlformats.org/officeDocument/2006/relationships" id="257" r:id="R0498c49b5b034247"/>
    <p:sldId xmlns:r="http://schemas.openxmlformats.org/officeDocument/2006/relationships" id="258" r:id="R238267d514f5434a"/>
    <p:sldId xmlns:r="http://schemas.openxmlformats.org/officeDocument/2006/relationships" id="259" r:id="Rb67467cd6ab34c63"/>
    <p:sldId xmlns:r="http://schemas.openxmlformats.org/officeDocument/2006/relationships" id="260" r:id="Rbf3b68fd5ae64f4b"/>
    <p:sldId xmlns:r="http://schemas.openxmlformats.org/officeDocument/2006/relationships" id="261" r:id="R4d3dd73a8ab7438d"/>
    <p:sldId xmlns:r="http://schemas.openxmlformats.org/officeDocument/2006/relationships" id="262" r:id="R8b4b8bf0e1b74645"/>
    <p:sldId xmlns:r="http://schemas.openxmlformats.org/officeDocument/2006/relationships" id="263" r:id="R93a62d7147a54dc7"/>
    <p:sldId xmlns:r="http://schemas.openxmlformats.org/officeDocument/2006/relationships" id="264" r:id="R80d8c7752362459b"/>
    <p:sldId xmlns:r="http://schemas.openxmlformats.org/officeDocument/2006/relationships" id="265" r:id="R1439d77c12414fb3"/>
    <p:sldId xmlns:r="http://schemas.openxmlformats.org/officeDocument/2006/relationships" id="266" r:id="R126b736555154aa0"/>
    <p:sldId xmlns:r="http://schemas.openxmlformats.org/officeDocument/2006/relationships" id="267" r:id="Rdeb4384cd7f04c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35bfa271a4ae9" /><Relationship Type="http://schemas.openxmlformats.org/officeDocument/2006/relationships/slideMaster" Target="/ppt/slideMasters/slideMaster1.xml" Id="R7d83ea00007d4134" /><Relationship Type="http://schemas.openxmlformats.org/officeDocument/2006/relationships/notesMaster" Target="/ppt/notesMasters/notesMaster1.xml" Id="R4d55144ca2ad4dec" /><Relationship Type="http://schemas.openxmlformats.org/officeDocument/2006/relationships/presProps" Target="/ppt/presProps.xml" Id="R20454acbf5d04a0d" /><Relationship Type="http://schemas.openxmlformats.org/officeDocument/2006/relationships/tableStyles" Target="/ppt/tableStyles.xml" Id="Rd9d744531ee449ce" /><Relationship Type="http://schemas.openxmlformats.org/officeDocument/2006/relationships/slide" Target="/ppt/slides/slide1.xml" Id="R8817907edad445c4" /><Relationship Type="http://schemas.openxmlformats.org/officeDocument/2006/relationships/slide" Target="/ppt/slides/slide2.xml" Id="R0498c49b5b034247" /><Relationship Type="http://schemas.openxmlformats.org/officeDocument/2006/relationships/slide" Target="/ppt/slides/slide3.xml" Id="R238267d514f5434a" /><Relationship Type="http://schemas.openxmlformats.org/officeDocument/2006/relationships/slide" Target="/ppt/slides/slide4.xml" Id="Rb67467cd6ab34c63" /><Relationship Type="http://schemas.openxmlformats.org/officeDocument/2006/relationships/slide" Target="/ppt/slides/slide5.xml" Id="Rbf3b68fd5ae64f4b" /><Relationship Type="http://schemas.openxmlformats.org/officeDocument/2006/relationships/slide" Target="/ppt/slides/slide6.xml" Id="R4d3dd73a8ab7438d" /><Relationship Type="http://schemas.openxmlformats.org/officeDocument/2006/relationships/slide" Target="/ppt/slides/slide7.xml" Id="R8b4b8bf0e1b74645" /><Relationship Type="http://schemas.openxmlformats.org/officeDocument/2006/relationships/slide" Target="/ppt/slides/slide8.xml" Id="R93a62d7147a54dc7" /><Relationship Type="http://schemas.openxmlformats.org/officeDocument/2006/relationships/slide" Target="/ppt/slides/slide9.xml" Id="R80d8c7752362459b" /><Relationship Type="http://schemas.openxmlformats.org/officeDocument/2006/relationships/slide" Target="/ppt/slides/slide10.xml" Id="R1439d77c12414fb3" /><Relationship Type="http://schemas.openxmlformats.org/officeDocument/2006/relationships/slide" Target="/ppt/slides/slide11.xml" Id="R126b736555154aa0" /><Relationship Type="http://schemas.openxmlformats.org/officeDocument/2006/relationships/slide" Target="/ppt/slides/slide12.xml" Id="Rdeb4384cd7f04c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33ba85901f41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9f281a490d49bc" /><Relationship Type="http://schemas.openxmlformats.org/officeDocument/2006/relationships/notesMaster" Target="/ppt/notesMasters/notesMaster1.xml" Id="R7af930bcd12844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54e02f5333454b" /><Relationship Type="http://schemas.openxmlformats.org/officeDocument/2006/relationships/notesMaster" Target="/ppt/notesMasters/notesMaster1.xml" Id="R7cc9c728faff45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dbb106c0994c52" /><Relationship Type="http://schemas.openxmlformats.org/officeDocument/2006/relationships/notesMaster" Target="/ppt/notesMasters/notesMaster1.xml" Id="R0230fbf522e142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1e49699b10444e" /><Relationship Type="http://schemas.openxmlformats.org/officeDocument/2006/relationships/notesMaster" Target="/ppt/notesMasters/notesMaster1.xml" Id="R6e23efb569d74e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c6d02aa31d46e0" /><Relationship Type="http://schemas.openxmlformats.org/officeDocument/2006/relationships/notesMaster" Target="/ppt/notesMasters/notesMaster1.xml" Id="R2aba0fcd3a8a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b3b8dab5dc41cb" /><Relationship Type="http://schemas.openxmlformats.org/officeDocument/2006/relationships/notesMaster" Target="/ppt/notesMasters/notesMaster1.xml" Id="R76612f8eb3b744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ad1e88a76e4d85" /><Relationship Type="http://schemas.openxmlformats.org/officeDocument/2006/relationships/notesMaster" Target="/ppt/notesMasters/notesMaster1.xml" Id="Rff4a1ca0ead24f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33c610f1914d70" /><Relationship Type="http://schemas.openxmlformats.org/officeDocument/2006/relationships/notesMaster" Target="/ppt/notesMasters/notesMaster1.xml" Id="R7da74256bbb544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ef77b2ec5846d1" /><Relationship Type="http://schemas.openxmlformats.org/officeDocument/2006/relationships/notesMaster" Target="/ppt/notesMasters/notesMaster1.xml" Id="R7941f98ca67b47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fa151575f24a88" /><Relationship Type="http://schemas.openxmlformats.org/officeDocument/2006/relationships/notesMaster" Target="/ppt/notesMasters/notesMaster1.xml" Id="Rb42132f7d43f46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f3b1cc61854ba3" /><Relationship Type="http://schemas.openxmlformats.org/officeDocument/2006/relationships/notesMaster" Target="/ppt/notesMasters/notesMaster1.xml" Id="R1b052dd60b0643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2626371a734f82" /><Relationship Type="http://schemas.openxmlformats.org/officeDocument/2006/relationships/notesMaster" Target="/ppt/notesMasters/notesMaster1.xml" Id="R91c3fbe7529b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2 builds a repeatable Lagos LGA workflow around an existing building-footprint prediction layer. The Ikeja export is the supplied worked example. This project does not train a model or independently verify buildings.</a:t>
            </a:r>
          </a:p>
          <a:p xmlns:a="http://schemas.openxmlformats.org/drawingml/2006/main">
            <a:r>
              <a:t/>
            </a:r>
          </a:p>
          <a:p xmlns:a="http://schemas.openxmlformats.org/drawingml/2006/main">
            <a:r>
              <a:t>Sources: Open Buildings V3 https://developers.google.com/earth-engine/datasets/catalog/GOOGLE_Research_open-buildings_v3_polygons; FAO GAUL 2025 level 2 https://developers.google.com/earth-engine/datasets/catalog/FAO_GAUL_2025_level2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deliberately framed around prediction and export audit. Local accuracy needs an independent reference sample and sampling design. The project answers where the supplied model layer places predictions and what properties can be checked from the exported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Earth Engine collection is GOOGLE/Research/open-buildings/v3/polygons. The notebook filters it by confidence and intersects each selected feature with the chosen FAO GAUL 2025 level 2 boundary. The source year and CC BY 4.0 credit are recorded in the supplied CSV.</a:t>
            </a:r>
          </a:p>
          <a:p xmlns:a="http://schemas.openxmlformats.org/drawingml/2006/main">
            <a:r>
              <a:t/>
            </a:r>
          </a:p>
          <a:p xmlns:a="http://schemas.openxmlformats.org/drawingml/2006/main">
            <a:r>
              <a:t>Official dataset references: https://developers.google.com/earth-engine/datasets/catalog/GOOGLE_Research_open-buildings_v3_polygons</a:t>
            </a:r>
          </a:p>
          <a:p xmlns:a="http://schemas.openxmlformats.org/drawingml/2006/main">
            <a:r>
              <a:t>Boundary collection: https://developers.google.com/earth-engine/datasets/catalog/FAO_GAUL_2025_level2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boundary area is from the supplied one-row summary CSV. The current map uses exported feature coordinates only. It does not draw a GAUL boundary line because the matching boundary file was absent. The updated notebook exports that boundary as a separate small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export workflow uses Earth Engine server-side filtering and clipping. It displays rasterized tile previews. Three small-or-moderate outputs go to Drive: footprint vectors, matching boundary, and a one-row CSV. Local audit requires downloading these vector outputs, not the imagery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confidence cutoff is used consistently in filtering, output naming, summary metadata, and local analysis. The final notebook cell is separated so a missing boundary export can be repaired without repeating the much larger footprint table export. In a fresh notebook runtime, authenticate and select the boundary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export has 53,437 features, comprising 53,434 Polygon and 3 MultiPolygon geometries. Density is a simple feature count divided by boundary area from the supplied CSV. It is not population density, completeness, or an accuracy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 chart is editable and embeds the five source counts. Counts: 12,628; 12,142; 13,945; 14,057; and 665. These sum to 53,437. Mean and median are computed from all supplied feature confidence values. A high score alone does not demonstrate local accuracy.</a:t>
            </a:r>
          </a:p>
          <a:p xmlns:a="http://schemas.openxmlformats.org/drawingml/2006/main">
            <a:r>
              <a:t/>
            </a:r>
          </a:p>
          <a:p xmlns:a="http://schemas.openxmlformats.org/drawingml/2006/main">
            <a:r>
              <a:t>Source model layer: https://developers.google.com/earth-engine/datasets/catalog/GOOGLE_Research_open-buildings_v3_polygons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area property is clipped_area_m2. Median is 124.1 m², P90 is 399.7 m², and the maximum is approximately 19,394.0 m². The sum across features is 11.854 km², but overlapping geometries were not dissolved. It must not be presented as built-up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validation checks count match, confidence minimum and range, unique IDs, closed coordinate rings in WGS 84, positive finite clipped areas, present geometries, and valid polygon topology. Because the selected boundary GeoJSON was not supplied, exact containment could not be evaluated. None of these checks measure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Reproduction: install the two direct analysis dependencies, run the local analyzer, and run seven focused unittest cases. The analysis JSON records input byte sizes, SHA-256 hashes, and runtime versions. Earth Engine credentials are supplied interactively in Colab and are not written to source files. The analyzer now accepts explicit paths for other LGA 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rating is an internal, equal-weight readiness rubric for a reproducible project demonstration, not an external grade and not model accuracy. Current scores: 8 for scope/provenance, 8 for reproducibility, 8 for QA/engineering, 9 for presentation, and 2 for local accuracy evidence. The mean is 7.0. The largest research upgrade is independent reference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cfb4dbeb3e4c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961c606d2a4c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529259a88f4b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a9ecb0584b41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7c78e5704c4e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4ee7eb18c642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E4A5EE-DF89-4E41-9126-5A6D9C4AE8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28624C-ECF2-4EE1-8C14-730E34FA58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51109C-B953-4A3F-B8CA-8A5453EF3F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C9D797-BAB4-4437-905C-7C88FD4819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567D47-E1FA-44A1-9D01-0A2F4F71E8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3DC61D-9D12-42DD-AFE8-FD2AAAB96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050EB0-678A-40C6-B7A3-D40AB26774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A50633-3D41-42F2-9FB7-1C2B2F4099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B0E0B4-A5D2-40D2-B48F-81F7EB9348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C31793-1F55-4084-BBA2-BD99A2BA08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da54d6c8a44498" /><Relationship Type="http://schemas.openxmlformats.org/officeDocument/2006/relationships/slideLayout" Target="/ppt/slideLayouts/slideLayout1.xml" Id="R4f4c6058d1b3443e" /><Relationship Type="http://schemas.openxmlformats.org/officeDocument/2006/relationships/slideLayout" Target="/ppt/slideLayouts/slideLayout2.xml" Id="Radb8c3aea8604051" /><Relationship Type="http://schemas.openxmlformats.org/officeDocument/2006/relationships/slideLayout" Target="/ppt/slideLayouts/slideLayout3.xml" Id="Rfb8fed8180a7430e" /><Relationship Type="http://schemas.openxmlformats.org/officeDocument/2006/relationships/slideLayout" Target="/ppt/slideLayouts/slideLayout4.xml" Id="R89b4227d9cc24112" /><Relationship Type="http://schemas.openxmlformats.org/officeDocument/2006/relationships/slideLayout" Target="/ppt/slideLayouts/slideLayout5.xml" Id="R29b2e0d736434031" /><Relationship Type="http://schemas.openxmlformats.org/officeDocument/2006/relationships/slideLayout" Target="/ppt/slideLayouts/slideLayout6.xml" Id="R0ddde1d4d73c4e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4c6058d1b3443e"/>
    <p:sldLayoutId xmlns:r="http://schemas.openxmlformats.org/officeDocument/2006/relationships" id="2147483650" r:id="Radb8c3aea8604051"/>
    <p:sldLayoutId xmlns:r="http://schemas.openxmlformats.org/officeDocument/2006/relationships" id="2147483651" r:id="Rfb8fed8180a7430e"/>
    <p:sldLayoutId xmlns:r="http://schemas.openxmlformats.org/officeDocument/2006/relationships" id="2147483652" r:id="R89b4227d9cc24112"/>
    <p:sldLayoutId xmlns:r="http://schemas.openxmlformats.org/officeDocument/2006/relationships" id="2147483653" r:id="R29b2e0d736434031"/>
    <p:sldLayoutId xmlns:r="http://schemas.openxmlformats.org/officeDocument/2006/relationships" id="2147483654" r:id="R0ddde1d4d73c4e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7f47e5b34e4e69" /><Relationship Type="http://schemas.openxmlformats.org/officeDocument/2006/relationships/image" Target="/ppt/media/image.png" Id="R5f6e34f6b7834aae" /><Relationship Type="http://schemas.openxmlformats.org/officeDocument/2006/relationships/notesSlide" Target="/ppt/notesSlides/notesSlide1.xml" Id="R0b695e3e4e2e4f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bdc9c258c64395" /><Relationship Type="http://schemas.openxmlformats.org/officeDocument/2006/relationships/notesSlide" Target="/ppt/notesSlides/notesSlide2.xml" Id="R5ef09ff44d6b4a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6322f6629d473c" /><Relationship Type="http://schemas.openxmlformats.org/officeDocument/2006/relationships/notesSlide" Target="/ppt/notesSlides/notesSlide3.xml" Id="R917a75758e5947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530eac792c4be8" /><Relationship Type="http://schemas.openxmlformats.org/officeDocument/2006/relationships/image" Target="/ppt/media/image2.png" Id="Red41f06cdbcb4b1a" /><Relationship Type="http://schemas.openxmlformats.org/officeDocument/2006/relationships/notesSlide" Target="/ppt/notesSlides/notesSlide4.xml" Id="R09d78d4647ae48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54645f15ce54bbf" /><Relationship Type="http://schemas.openxmlformats.org/officeDocument/2006/relationships/notesSlide" Target="/ppt/notesSlides/notesSlide5.xml" Id="Re8bde77d770345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ebfe1728c4b91" /><Relationship Type="http://schemas.openxmlformats.org/officeDocument/2006/relationships/notesSlide" Target="/ppt/notesSlides/notesSlide6.xml" Id="R55d572ac2d844e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078169b85e495d" /><Relationship Type="http://schemas.openxmlformats.org/officeDocument/2006/relationships/notesSlide" Target="/ppt/notesSlides/notesSlide7.xml" Id="R0268bd845da04b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4d03f10dc84f46" /><Relationship Type="http://schemas.openxmlformats.org/officeDocument/2006/relationships/chart" Target="/ppt/slides/charts/chart1.xml" Id="R771d37bfa1e0469a" /><Relationship Type="http://schemas.openxmlformats.org/officeDocument/2006/relationships/notesSlide" Target="/ppt/notesSlides/notesSlide8.xml" Id="R848ce6c5d1f44b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fef8fc22aa4747" /><Relationship Type="http://schemas.openxmlformats.org/officeDocument/2006/relationships/image" Target="/ppt/media/image3.png" Id="R6c910805542d4a9c" /><Relationship Type="http://schemas.openxmlformats.org/officeDocument/2006/relationships/notesSlide" Target="/ppt/notesSlides/notesSlide9.xml" Id="Rfa861e2a59bb4d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cb212aef1e94374" /><Relationship Type="http://schemas.openxmlformats.org/officeDocument/2006/relationships/notesSlide" Target="/ppt/notesSlides/notesSlide10.xml" Id="R0752e5bc92c644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a18280c4c444df" /><Relationship Type="http://schemas.openxmlformats.org/officeDocument/2006/relationships/notesSlide" Target="/ppt/notesSlides/notesSlide11.xml" Id="R33fb54efc2ca4b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30a8880ceb4279" /><Relationship Type="http://schemas.openxmlformats.org/officeDocument/2006/relationships/notesSlide" Target="/ppt/notesSlides/notesSlide12.xml" Id="Rd722513a311b4d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Predictions</c:v>
          </c:tx>
          <c:spPr>
            <a:solidFill xmlns:a="http://schemas.openxmlformats.org/drawingml/2006/main">
              <a:srgbClr val="00836E"/>
            </a:solidFill>
          </c:spPr>
          <c:invertIfNegative val="0"/>
          <c:cat>
            <c:strRef>
              <c:f>'Chart Data'!$A$2:$A$6</c:f>
              <c:strCache>
                <c:ptCount val="5"/>
                <c:pt idx="0">
                  <c:v>0.75–0.80</c:v>
                </c:pt>
                <c:pt idx="1">
                  <c:v>0.80–0.85</c:v>
                </c:pt>
                <c:pt idx="2">
                  <c:v>0.85–0.90</c:v>
                </c:pt>
                <c:pt idx="3">
                  <c:v>0.90–0.95</c:v>
                </c:pt>
                <c:pt idx="4">
                  <c:v>0.95–1.00</c:v>
                </c:pt>
              </c:strCache>
            </c:strRef>
          </c:cat>
          <c:val>
            <c:numRef>
              <c:f>'Chart Data'!$B$2:$B$6</c:f>
              <c:numCache>
                <c:formatCode>General</c:formatCode>
                <c:ptCount val="5"/>
                <c:pt idx="0">
                  <c:v>12628</c:v>
                </c:pt>
                <c:pt idx="1">
                  <c:v>12142</c:v>
                </c:pt>
                <c:pt idx="2">
                  <c:v>13945</c:v>
                </c:pt>
                <c:pt idx="3">
                  <c:v>14057</c:v>
                </c:pt>
                <c:pt idx="4">
                  <c:v>665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B2B36"/>
                  </a:solidFill>
                  <a:latin typeface="Arial"/>
                  <a:ea typeface="Arial"/>
                  <a:cs typeface="Arial"/>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B2B3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7E0E3"/>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86C78"/>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44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F97649-9CCB-473C-BCA7-44BBB424AA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83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D4DFFD-1DF1-4590-9936-0FEF214FFBBB}"/>
              </a:ext>
            </a:extLst>
          </p:cNvPr>
          <p:cNvSpPr>
            <a:spLocks xmlns:a="http://schemas.openxmlformats.org/drawingml/2006/main" noGrp="1"/>
          </p:cNvSpPr>
          <p:nvPr/>
        </p:nvSpPr>
        <p:spPr>
          <a:xfrm xmlns:a="http://schemas.openxmlformats.org/drawingml/2006/main">
            <a:off x="742950" y="5334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CDE9DF"/>
                </a:solidFill>
                <a:latin typeface="Arial"/>
                <a:ea typeface="Arial"/>
                <a:cs typeface="Arial"/>
              </a:defRPr>
            </a:defPPr>
            <a:lvl1pPr algn="l">
              <a:defRPr sz="1200" b="1">
                <a:solidFill>
                  <a:srgbClr val="CDE9DF"/>
                </a:solidFill>
                <a:latin typeface="Arial"/>
                <a:ea typeface="Arial"/>
                <a:cs typeface="Arial"/>
              </a:defRPr>
            </a:lvl1pPr>
            <a:lvl2pPr algn="l">
              <a:defRPr sz="1200" b="1">
                <a:solidFill>
                  <a:srgbClr val="CDE9DF"/>
                </a:solidFill>
                <a:latin typeface="Arial"/>
                <a:ea typeface="Arial"/>
                <a:cs typeface="Arial"/>
              </a:defRPr>
            </a:lvl2pPr>
            <a:lvl3pPr algn="l">
              <a:defRPr sz="1200" b="1">
                <a:solidFill>
                  <a:srgbClr val="CDE9DF"/>
                </a:solidFill>
                <a:latin typeface="Arial"/>
                <a:ea typeface="Arial"/>
                <a:cs typeface="Arial"/>
              </a:defRPr>
            </a:lvl3pPr>
            <a:lvl4pPr algn="l">
              <a:defRPr sz="1200" b="1">
                <a:solidFill>
                  <a:srgbClr val="CDE9DF"/>
                </a:solidFill>
                <a:latin typeface="Arial"/>
                <a:ea typeface="Arial"/>
                <a:cs typeface="Arial"/>
              </a:defRPr>
            </a:lvl4pPr>
            <a:lvl5pPr algn="l">
              <a:defRPr sz="1200" b="1">
                <a:solidFill>
                  <a:srgbClr val="CDE9DF"/>
                </a:solidFill>
                <a:latin typeface="Arial"/>
                <a:ea typeface="Arial"/>
                <a:cs typeface="Arial"/>
              </a:defRPr>
            </a:lvl5pPr>
            <a:lvl6pPr algn="l">
              <a:defRPr sz="1200" b="1">
                <a:solidFill>
                  <a:srgbClr val="CDE9DF"/>
                </a:solidFill>
                <a:latin typeface="Arial"/>
                <a:ea typeface="Arial"/>
                <a:cs typeface="Arial"/>
              </a:defRPr>
            </a:lvl6pPr>
            <a:lvl7pPr algn="l">
              <a:defRPr sz="1200" b="1">
                <a:solidFill>
                  <a:srgbClr val="CDE9DF"/>
                </a:solidFill>
                <a:latin typeface="Arial"/>
                <a:ea typeface="Arial"/>
                <a:cs typeface="Arial"/>
              </a:defRPr>
            </a:lvl7pPr>
            <a:lvl8pPr algn="l">
              <a:defRPr sz="1200" b="1">
                <a:solidFill>
                  <a:srgbClr val="CDE9DF"/>
                </a:solidFill>
                <a:latin typeface="Arial"/>
                <a:ea typeface="Arial"/>
                <a:cs typeface="Arial"/>
              </a:defRPr>
            </a:lvl8pPr>
            <a:lvl9pPr algn="l">
              <a:defRPr sz="1200" b="1">
                <a:solidFill>
                  <a:srgbClr val="CDE9DF"/>
                </a:solidFill>
                <a:latin typeface="Arial"/>
                <a:ea typeface="Arial"/>
                <a:cs typeface="Arial"/>
              </a:defRPr>
            </a:lvl9pPr>
          </a:lstStyle>
          <a:p xmlns:a="http://schemas.openxmlformats.org/drawingml/2006/main">
            <a:pPr algn="l">
              <a:defRPr sz="1200" b="1">
                <a:solidFill>
                  <a:srgbClr val="CDE9DF"/>
                </a:solidFill>
                <a:latin typeface="Arial"/>
                <a:ea typeface="Arial"/>
                <a:cs typeface="Arial"/>
              </a:defRPr>
            </a:pPr>
            <a:r>
              <a:rPr sz="1200" b="1">
                <a:solidFill>
                  <a:srgbClr val="CDE9DF"/>
                </a:solidFill>
                <a:latin typeface="Arial"/>
                <a:ea typeface="Arial"/>
                <a:cs typeface="Arial"/>
              </a:rPr>
              <a:t>PROJECT 02  •  GEOSPATIAL MACHINE LEARNING</a:t>
            </a:r>
          </a:p>
        </p:txBody>
      </p:sp>
      <p:sp>
        <p:nvSpPr>
          <p:cNvPr id="3" name="">
            <a:extLst xmlns:a="http://schemas.openxmlformats.org/drawingml/2006/main">
              <a:ext uri="{FF2B5EF4-FFF2-40B4-BE49-F238E27FC236}">
                <a16:creationId xmlns:a16="http://schemas.microsoft.com/office/drawing/2014/main" id="{64E49E22-A9AF-4B79-A7B8-59D40E633CE7}"/>
              </a:ext>
            </a:extLst>
          </p:cNvPr>
          <p:cNvSpPr>
            <a:spLocks xmlns:a="http://schemas.openxmlformats.org/drawingml/2006/main" noGrp="1"/>
          </p:cNvSpPr>
          <p:nvPr/>
        </p:nvSpPr>
        <p:spPr>
          <a:xfrm xmlns:a="http://schemas.openxmlformats.org/drawingml/2006/main">
            <a:off x="742950" y="1276350"/>
            <a:ext cx="6667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Lagos building</a:t>
            </a:r>
          </a:p>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footprint mapping</a:t>
            </a:r>
          </a:p>
        </p:txBody>
      </p:sp>
      <p:sp>
        <p:nvSpPr>
          <p:cNvPr id="4" name="">
            <a:extLst xmlns:a="http://schemas.openxmlformats.org/drawingml/2006/main">
              <a:ext uri="{FF2B5EF4-FFF2-40B4-BE49-F238E27FC236}">
                <a16:creationId xmlns:a16="http://schemas.microsoft.com/office/drawing/2014/main" id="{80F3C9F5-E2F9-4AD0-A8D9-38B799F2038A}"/>
              </a:ext>
            </a:extLst>
          </p:cNvPr>
          <p:cNvSpPr>
            <a:spLocks xmlns:a="http://schemas.openxmlformats.org/drawingml/2006/main" noGrp="1"/>
          </p:cNvSpPr>
          <p:nvPr/>
        </p:nvSpPr>
        <p:spPr>
          <a:xfrm xmlns:a="http://schemas.openxmlformats.org/drawingml/2006/main">
            <a:off x="781050" y="2876550"/>
            <a:ext cx="638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E3EEF0"/>
                </a:solidFill>
                <a:latin typeface="Arial"/>
                <a:ea typeface="Arial"/>
                <a:cs typeface="Arial"/>
              </a:defRPr>
            </a:defPPr>
            <a:lvl1pPr algn="l">
              <a:defRPr sz="1725" b="0">
                <a:solidFill>
                  <a:srgbClr val="E3EEF0"/>
                </a:solidFill>
                <a:latin typeface="Arial"/>
                <a:ea typeface="Arial"/>
                <a:cs typeface="Arial"/>
              </a:defRPr>
            </a:lvl1pPr>
            <a:lvl2pPr algn="l">
              <a:defRPr sz="1725" b="0">
                <a:solidFill>
                  <a:srgbClr val="E3EEF0"/>
                </a:solidFill>
                <a:latin typeface="Arial"/>
                <a:ea typeface="Arial"/>
                <a:cs typeface="Arial"/>
              </a:defRPr>
            </a:lvl2pPr>
            <a:lvl3pPr algn="l">
              <a:defRPr sz="1725" b="0">
                <a:solidFill>
                  <a:srgbClr val="E3EEF0"/>
                </a:solidFill>
                <a:latin typeface="Arial"/>
                <a:ea typeface="Arial"/>
                <a:cs typeface="Arial"/>
              </a:defRPr>
            </a:lvl3pPr>
            <a:lvl4pPr algn="l">
              <a:defRPr sz="1725" b="0">
                <a:solidFill>
                  <a:srgbClr val="E3EEF0"/>
                </a:solidFill>
                <a:latin typeface="Arial"/>
                <a:ea typeface="Arial"/>
                <a:cs typeface="Arial"/>
              </a:defRPr>
            </a:lvl4pPr>
            <a:lvl5pPr algn="l">
              <a:defRPr sz="1725" b="0">
                <a:solidFill>
                  <a:srgbClr val="E3EEF0"/>
                </a:solidFill>
                <a:latin typeface="Arial"/>
                <a:ea typeface="Arial"/>
                <a:cs typeface="Arial"/>
              </a:defRPr>
            </a:lvl5pPr>
            <a:lvl6pPr algn="l">
              <a:defRPr sz="1725" b="0">
                <a:solidFill>
                  <a:srgbClr val="E3EEF0"/>
                </a:solidFill>
                <a:latin typeface="Arial"/>
                <a:ea typeface="Arial"/>
                <a:cs typeface="Arial"/>
              </a:defRPr>
            </a:lvl6pPr>
            <a:lvl7pPr algn="l">
              <a:defRPr sz="1725" b="0">
                <a:solidFill>
                  <a:srgbClr val="E3EEF0"/>
                </a:solidFill>
                <a:latin typeface="Arial"/>
                <a:ea typeface="Arial"/>
                <a:cs typeface="Arial"/>
              </a:defRPr>
            </a:lvl7pPr>
            <a:lvl8pPr algn="l">
              <a:defRPr sz="1725" b="0">
                <a:solidFill>
                  <a:srgbClr val="E3EEF0"/>
                </a:solidFill>
                <a:latin typeface="Arial"/>
                <a:ea typeface="Arial"/>
                <a:cs typeface="Arial"/>
              </a:defRPr>
            </a:lvl8pPr>
            <a:lvl9pPr algn="l">
              <a:defRPr sz="1725" b="0">
                <a:solidFill>
                  <a:srgbClr val="E3EEF0"/>
                </a:solidFill>
                <a:latin typeface="Arial"/>
                <a:ea typeface="Arial"/>
                <a:cs typeface="Arial"/>
              </a:defRPr>
            </a:lvl9pPr>
          </a:lstStyle>
          <a:p xmlns:a="http://schemas.openxmlformats.org/drawingml/2006/main">
            <a:pPr algn="l">
              <a:defRPr sz="1725" b="0">
                <a:solidFill>
                  <a:srgbClr val="E3EEF0"/>
                </a:solidFill>
                <a:latin typeface="Arial"/>
                <a:ea typeface="Arial"/>
                <a:cs typeface="Arial"/>
              </a:defRPr>
            </a:pPr>
            <a:r>
              <a:rPr sz="1725" b="0">
                <a:solidFill>
                  <a:srgbClr val="E3EEF0"/>
                </a:solidFill>
                <a:latin typeface="Arial"/>
                <a:ea typeface="Arial"/>
                <a:cs typeface="Arial"/>
              </a:rPr>
              <a:t>A cloud-first workflow for selecting, auditing, and explaining building-footprint predictions in Lagos LGAs</a:t>
            </a:r>
          </a:p>
        </p:txBody>
      </p:sp>
      <p:sp>
        <p:nvSpPr>
          <p:cNvPr id="5" name="">
            <a:extLst xmlns:a="http://schemas.openxmlformats.org/drawingml/2006/main">
              <a:ext uri="{FF2B5EF4-FFF2-40B4-BE49-F238E27FC236}">
                <a16:creationId xmlns:a16="http://schemas.microsoft.com/office/drawing/2014/main" id="{FCEBBCC2-ED26-4713-9242-68F5573BC0A5}"/>
              </a:ext>
            </a:extLst>
          </p:cNvPr>
          <p:cNvSpPr>
            <a:spLocks xmlns:a="http://schemas.openxmlformats.org/drawingml/2006/main" noGrp="1"/>
          </p:cNvSpPr>
          <p:nvPr/>
        </p:nvSpPr>
        <p:spPr>
          <a:xfrm xmlns:a="http://schemas.openxmlformats.org/drawingml/2006/main">
            <a:off x="7734300" y="895350"/>
            <a:ext cx="3714750" cy="4762500"/>
          </a:xfrm>
          <a:prstGeom xmlns:a="http://schemas.openxmlformats.org/drawingml/2006/main" prst="rect">
            <a:avLst/>
          </a:prstGeom>
          <a:solidFill xmlns:a="http://schemas.openxmlformats.org/drawingml/2006/main">
            <a:srgbClr val="20485C"/>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399874D2-B267-48A1-91F8-09F2AF4F7F6C}"/>
              </a:ext>
            </a:extLst>
          </p:cNvPr>
          <p:cNvPicPr>
            <a:picLocks xmlns:a="http://schemas.openxmlformats.org/drawingml/2006/main" noChangeAspect="1"/>
          </p:cNvPicPr>
          <p:nvPr/>
        </p:nvPicPr>
        <p:blipFill>
          <a:blip xmlns:r="http://schemas.openxmlformats.org/officeDocument/2006/relationships" xmlns:a="http://schemas.openxmlformats.org/drawingml/2006/main" r:embed="R5f6e34f6b7834aae"/>
          <a:stretch xmlns:a="http://schemas.openxmlformats.org/drawingml/2006/main"/>
        </p:blipFill>
        <p:spPr>
          <a:xfrm xmlns:a="http://schemas.openxmlformats.org/drawingml/2006/main">
            <a:off x="7877175" y="1935740"/>
            <a:ext cx="3429000" cy="24626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C9E2694-D8E6-4DAD-8BF8-31EC793EE296}"/>
              </a:ext>
            </a:extLst>
          </p:cNvPr>
          <p:cNvSpPr>
            <a:spLocks xmlns:a="http://schemas.openxmlformats.org/drawingml/2006/main" noGrp="1"/>
          </p:cNvSpPr>
          <p:nvPr/>
        </p:nvSpPr>
        <p:spPr>
          <a:xfrm xmlns:a="http://schemas.openxmlformats.org/drawingml/2006/main">
            <a:off x="781050" y="583882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CDE9DF"/>
                </a:solidFill>
                <a:latin typeface="Arial"/>
                <a:ea typeface="Arial"/>
                <a:cs typeface="Arial"/>
              </a:defRPr>
            </a:defPPr>
            <a:lvl1pPr algn="l">
              <a:defRPr sz="1125" b="1">
                <a:solidFill>
                  <a:srgbClr val="CDE9DF"/>
                </a:solidFill>
                <a:latin typeface="Arial"/>
                <a:ea typeface="Arial"/>
                <a:cs typeface="Arial"/>
              </a:defRPr>
            </a:lvl1pPr>
            <a:lvl2pPr algn="l">
              <a:defRPr sz="1125" b="1">
                <a:solidFill>
                  <a:srgbClr val="CDE9DF"/>
                </a:solidFill>
                <a:latin typeface="Arial"/>
                <a:ea typeface="Arial"/>
                <a:cs typeface="Arial"/>
              </a:defRPr>
            </a:lvl2pPr>
            <a:lvl3pPr algn="l">
              <a:defRPr sz="1125" b="1">
                <a:solidFill>
                  <a:srgbClr val="CDE9DF"/>
                </a:solidFill>
                <a:latin typeface="Arial"/>
                <a:ea typeface="Arial"/>
                <a:cs typeface="Arial"/>
              </a:defRPr>
            </a:lvl3pPr>
            <a:lvl4pPr algn="l">
              <a:defRPr sz="1125" b="1">
                <a:solidFill>
                  <a:srgbClr val="CDE9DF"/>
                </a:solidFill>
                <a:latin typeface="Arial"/>
                <a:ea typeface="Arial"/>
                <a:cs typeface="Arial"/>
              </a:defRPr>
            </a:lvl4pPr>
            <a:lvl5pPr algn="l">
              <a:defRPr sz="1125" b="1">
                <a:solidFill>
                  <a:srgbClr val="CDE9DF"/>
                </a:solidFill>
                <a:latin typeface="Arial"/>
                <a:ea typeface="Arial"/>
                <a:cs typeface="Arial"/>
              </a:defRPr>
            </a:lvl5pPr>
            <a:lvl6pPr algn="l">
              <a:defRPr sz="1125" b="1">
                <a:solidFill>
                  <a:srgbClr val="CDE9DF"/>
                </a:solidFill>
                <a:latin typeface="Arial"/>
                <a:ea typeface="Arial"/>
                <a:cs typeface="Arial"/>
              </a:defRPr>
            </a:lvl6pPr>
            <a:lvl7pPr algn="l">
              <a:defRPr sz="1125" b="1">
                <a:solidFill>
                  <a:srgbClr val="CDE9DF"/>
                </a:solidFill>
                <a:latin typeface="Arial"/>
                <a:ea typeface="Arial"/>
                <a:cs typeface="Arial"/>
              </a:defRPr>
            </a:lvl7pPr>
            <a:lvl8pPr algn="l">
              <a:defRPr sz="1125" b="1">
                <a:solidFill>
                  <a:srgbClr val="CDE9DF"/>
                </a:solidFill>
                <a:latin typeface="Arial"/>
                <a:ea typeface="Arial"/>
                <a:cs typeface="Arial"/>
              </a:defRPr>
            </a:lvl8pPr>
            <a:lvl9pPr algn="l">
              <a:defRPr sz="1125" b="1">
                <a:solidFill>
                  <a:srgbClr val="CDE9DF"/>
                </a:solidFill>
                <a:latin typeface="Arial"/>
                <a:ea typeface="Arial"/>
                <a:cs typeface="Arial"/>
              </a:defRPr>
            </a:lvl9pPr>
          </a:lstStyle>
          <a:p xmlns:a="http://schemas.openxmlformats.org/drawingml/2006/main">
            <a:pPr algn="l">
              <a:defRPr sz="1125" b="1">
                <a:solidFill>
                  <a:srgbClr val="CDE9DF"/>
                </a:solidFill>
                <a:latin typeface="Arial"/>
                <a:ea typeface="Arial"/>
                <a:cs typeface="Arial"/>
              </a:defRPr>
            </a:pPr>
            <a:r>
              <a:rPr sz="1125" b="1">
                <a:solidFill>
                  <a:srgbClr val="CDE9DF"/>
                </a:solidFill>
                <a:latin typeface="Arial"/>
                <a:ea typeface="Arial"/>
                <a:cs typeface="Arial"/>
              </a:rPr>
              <a:t>IKEJA SAMPLE EXPORT  |  53,437 PREDICTIONS  |  CONFIDENCE ≥ 0.75</a:t>
            </a:r>
          </a:p>
        </p:txBody>
      </p:sp>
      <p:sp>
        <p:nvSpPr>
          <p:cNvPr id="8" name="">
            <a:extLst xmlns:a="http://schemas.openxmlformats.org/drawingml/2006/main">
              <a:ext uri="{FF2B5EF4-FFF2-40B4-BE49-F238E27FC236}">
                <a16:creationId xmlns:a16="http://schemas.microsoft.com/office/drawing/2014/main" id="{4093C78A-F07E-4801-AF70-61E0184CF58D}"/>
              </a:ext>
            </a:extLst>
          </p:cNvPr>
          <p:cNvSpPr>
            <a:spLocks xmlns:a="http://schemas.openxmlformats.org/drawingml/2006/main" noGrp="1"/>
          </p:cNvSpPr>
          <p:nvPr/>
        </p:nvSpPr>
        <p:spPr>
          <a:xfrm xmlns:a="http://schemas.openxmlformats.org/drawingml/2006/main">
            <a:off x="781050" y="61531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E3EEF0"/>
                </a:solidFill>
                <a:latin typeface="Arial"/>
                <a:ea typeface="Arial"/>
                <a:cs typeface="Arial"/>
              </a:defRPr>
            </a:defPPr>
            <a:lvl1pPr algn="l">
              <a:defRPr sz="1125" b="0">
                <a:solidFill>
                  <a:srgbClr val="E3EEF0"/>
                </a:solidFill>
                <a:latin typeface="Arial"/>
                <a:ea typeface="Arial"/>
                <a:cs typeface="Arial"/>
              </a:defRPr>
            </a:lvl1pPr>
            <a:lvl2pPr algn="l">
              <a:defRPr sz="1125" b="0">
                <a:solidFill>
                  <a:srgbClr val="E3EEF0"/>
                </a:solidFill>
                <a:latin typeface="Arial"/>
                <a:ea typeface="Arial"/>
                <a:cs typeface="Arial"/>
              </a:defRPr>
            </a:lvl2pPr>
            <a:lvl3pPr algn="l">
              <a:defRPr sz="1125" b="0">
                <a:solidFill>
                  <a:srgbClr val="E3EEF0"/>
                </a:solidFill>
                <a:latin typeface="Arial"/>
                <a:ea typeface="Arial"/>
                <a:cs typeface="Arial"/>
              </a:defRPr>
            </a:lvl3pPr>
            <a:lvl4pPr algn="l">
              <a:defRPr sz="1125" b="0">
                <a:solidFill>
                  <a:srgbClr val="E3EEF0"/>
                </a:solidFill>
                <a:latin typeface="Arial"/>
                <a:ea typeface="Arial"/>
                <a:cs typeface="Arial"/>
              </a:defRPr>
            </a:lvl4pPr>
            <a:lvl5pPr algn="l">
              <a:defRPr sz="1125" b="0">
                <a:solidFill>
                  <a:srgbClr val="E3EEF0"/>
                </a:solidFill>
                <a:latin typeface="Arial"/>
                <a:ea typeface="Arial"/>
                <a:cs typeface="Arial"/>
              </a:defRPr>
            </a:lvl5pPr>
            <a:lvl6pPr algn="l">
              <a:defRPr sz="1125" b="0">
                <a:solidFill>
                  <a:srgbClr val="E3EEF0"/>
                </a:solidFill>
                <a:latin typeface="Arial"/>
                <a:ea typeface="Arial"/>
                <a:cs typeface="Arial"/>
              </a:defRPr>
            </a:lvl6pPr>
            <a:lvl7pPr algn="l">
              <a:defRPr sz="1125" b="0">
                <a:solidFill>
                  <a:srgbClr val="E3EEF0"/>
                </a:solidFill>
                <a:latin typeface="Arial"/>
                <a:ea typeface="Arial"/>
                <a:cs typeface="Arial"/>
              </a:defRPr>
            </a:lvl7pPr>
            <a:lvl8pPr algn="l">
              <a:defRPr sz="1125" b="0">
                <a:solidFill>
                  <a:srgbClr val="E3EEF0"/>
                </a:solidFill>
                <a:latin typeface="Arial"/>
                <a:ea typeface="Arial"/>
                <a:cs typeface="Arial"/>
              </a:defRPr>
            </a:lvl8pPr>
            <a:lvl9pPr algn="l">
              <a:defRPr sz="1125" b="0">
                <a:solidFill>
                  <a:srgbClr val="E3EEF0"/>
                </a:solidFill>
                <a:latin typeface="Arial"/>
                <a:ea typeface="Arial"/>
                <a:cs typeface="Arial"/>
              </a:defRPr>
            </a:lvl9pPr>
          </a:lstStyle>
          <a:p xmlns:a="http://schemas.openxmlformats.org/drawingml/2006/main">
            <a:pPr algn="l">
              <a:defRPr sz="1125" b="0">
                <a:solidFill>
                  <a:srgbClr val="E3EEF0"/>
                </a:solidFill>
                <a:latin typeface="Arial"/>
                <a:ea typeface="Arial"/>
                <a:cs typeface="Arial"/>
              </a:defRPr>
            </a:pPr>
            <a:r>
              <a:rPr sz="1125" b="0">
                <a:solidFill>
                  <a:srgbClr val="E3EEF0"/>
                </a:solidFill>
                <a:latin typeface="Arial"/>
                <a:ea typeface="Arial"/>
                <a:cs typeface="Arial"/>
              </a:rPr>
              <a:t>Project demonstration using an existing model-derived layer; no local accuracy claim is made.</a:t>
            </a:r>
          </a:p>
        </p:txBody>
      </p:sp>
    </p:spTree>
    <p:extLst>
      <p:ext uri="{BB962C8B-B14F-4D97-AF65-F5344CB8AC3E}">
        <p14:creationId xmlns:p14="http://schemas.microsoft.com/office/powerpoint/2010/main" val="1611393576"/>
      </p:ext>
    </p:extLst>
  </p:cSld>
</p:sld>
</file>

<file path=ppt/slides/slide2.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27A03AB-A8F7-4A00-A7C4-1CF100077AF4}"/>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01  /  PURPOSE AND SCOPE</a:t>
            </a:r>
          </a:p>
        </p:txBody>
      </p:sp>
      <p:sp>
        <p:nvSpPr>
          <p:cNvPr id="2" name="">
            <a:extLst xmlns:a="http://schemas.openxmlformats.org/drawingml/2006/main">
              <a:ext uri="{FF2B5EF4-FFF2-40B4-BE49-F238E27FC236}">
                <a16:creationId xmlns:a16="http://schemas.microsoft.com/office/drawing/2014/main" id="{2B03FD8C-C463-499C-99CF-500B32D1BCD0}"/>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Project brief</a:t>
            </a:r>
          </a:p>
        </p:txBody>
      </p:sp>
      <p:sp>
        <p:nvSpPr>
          <p:cNvPr id="3" name="">
            <a:extLst xmlns:a="http://schemas.openxmlformats.org/drawingml/2006/main">
              <a:ext uri="{FF2B5EF4-FFF2-40B4-BE49-F238E27FC236}">
                <a16:creationId xmlns:a16="http://schemas.microsoft.com/office/drawing/2014/main" id="{B282D5C3-D8CD-47F0-8224-1D6FF92E15EE}"/>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298040-F817-4EC4-94DC-D33F676F8898}"/>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02 / 12</a:t>
            </a:r>
          </a:p>
        </p:txBody>
      </p:sp>
      <p:sp>
        <p:nvSpPr>
          <p:cNvPr id="5" name="">
            <a:extLst xmlns:a="http://schemas.openxmlformats.org/drawingml/2006/main">
              <a:ext uri="{FF2B5EF4-FFF2-40B4-BE49-F238E27FC236}">
                <a16:creationId xmlns:a16="http://schemas.microsoft.com/office/drawing/2014/main" id="{70DC84DF-9DCE-4BCB-975A-2E7F9FEB5B95}"/>
              </a:ext>
            </a:extLst>
          </p:cNvPr>
          <p:cNvSpPr>
            <a:spLocks xmlns:a="http://schemas.openxmlformats.org/drawingml/2006/main" noGrp="1"/>
          </p:cNvSpPr>
          <p:nvPr/>
        </p:nvSpPr>
        <p:spPr>
          <a:xfrm xmlns:a="http://schemas.openxmlformats.org/drawingml/2006/main">
            <a:off x="742950" y="1352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0836E"/>
                </a:solidFill>
                <a:latin typeface="Arial"/>
                <a:ea typeface="Arial"/>
                <a:cs typeface="Arial"/>
              </a:defRPr>
            </a:defPPr>
            <a:lvl1pPr algn="l">
              <a:defRPr sz="1500" b="1">
                <a:solidFill>
                  <a:srgbClr val="00836E"/>
                </a:solidFill>
                <a:latin typeface="Arial"/>
                <a:ea typeface="Arial"/>
                <a:cs typeface="Arial"/>
              </a:defRPr>
            </a:lvl1pPr>
            <a:lvl2pPr algn="l">
              <a:defRPr sz="1500" b="1">
                <a:solidFill>
                  <a:srgbClr val="00836E"/>
                </a:solidFill>
                <a:latin typeface="Arial"/>
                <a:ea typeface="Arial"/>
                <a:cs typeface="Arial"/>
              </a:defRPr>
            </a:lvl2pPr>
            <a:lvl3pPr algn="l">
              <a:defRPr sz="1500" b="1">
                <a:solidFill>
                  <a:srgbClr val="00836E"/>
                </a:solidFill>
                <a:latin typeface="Arial"/>
                <a:ea typeface="Arial"/>
                <a:cs typeface="Arial"/>
              </a:defRPr>
            </a:lvl3pPr>
            <a:lvl4pPr algn="l">
              <a:defRPr sz="1500" b="1">
                <a:solidFill>
                  <a:srgbClr val="00836E"/>
                </a:solidFill>
                <a:latin typeface="Arial"/>
                <a:ea typeface="Arial"/>
                <a:cs typeface="Arial"/>
              </a:defRPr>
            </a:lvl4pPr>
            <a:lvl5pPr algn="l">
              <a:defRPr sz="1500" b="1">
                <a:solidFill>
                  <a:srgbClr val="00836E"/>
                </a:solidFill>
                <a:latin typeface="Arial"/>
                <a:ea typeface="Arial"/>
                <a:cs typeface="Arial"/>
              </a:defRPr>
            </a:lvl5pPr>
            <a:lvl6pPr algn="l">
              <a:defRPr sz="1500" b="1">
                <a:solidFill>
                  <a:srgbClr val="00836E"/>
                </a:solidFill>
                <a:latin typeface="Arial"/>
                <a:ea typeface="Arial"/>
                <a:cs typeface="Arial"/>
              </a:defRPr>
            </a:lvl6pPr>
            <a:lvl7pPr algn="l">
              <a:defRPr sz="1500" b="1">
                <a:solidFill>
                  <a:srgbClr val="00836E"/>
                </a:solidFill>
                <a:latin typeface="Arial"/>
                <a:ea typeface="Arial"/>
                <a:cs typeface="Arial"/>
              </a:defRPr>
            </a:lvl7pPr>
            <a:lvl8pPr algn="l">
              <a:defRPr sz="1500" b="1">
                <a:solidFill>
                  <a:srgbClr val="00836E"/>
                </a:solidFill>
                <a:latin typeface="Arial"/>
                <a:ea typeface="Arial"/>
                <a:cs typeface="Arial"/>
              </a:defRPr>
            </a:lvl8pPr>
            <a:lvl9pPr algn="l">
              <a:defRPr sz="1500" b="1">
                <a:solidFill>
                  <a:srgbClr val="00836E"/>
                </a:solidFill>
                <a:latin typeface="Arial"/>
                <a:ea typeface="Arial"/>
                <a:cs typeface="Arial"/>
              </a:defRPr>
            </a:lvl9pPr>
          </a:lstStyle>
          <a:p xmlns:a="http://schemas.openxmlformats.org/drawingml/2006/main">
            <a:pPr algn="l">
              <a:defRPr sz="1500" b="1">
                <a:solidFill>
                  <a:srgbClr val="00836E"/>
                </a:solidFill>
                <a:latin typeface="Arial"/>
                <a:ea typeface="Arial"/>
                <a:cs typeface="Arial"/>
              </a:defRPr>
            </a:pPr>
            <a:r>
              <a:rPr sz="1500" b="1">
                <a:solidFill>
                  <a:srgbClr val="00836E"/>
                </a:solidFill>
                <a:latin typeface="Arial"/>
                <a:ea typeface="Arial"/>
                <a:cs typeface="Arial"/>
              </a:rPr>
              <a:t>Research question</a:t>
            </a:r>
          </a:p>
        </p:txBody>
      </p:sp>
      <p:sp>
        <p:nvSpPr>
          <p:cNvPr id="6" name="">
            <a:extLst xmlns:a="http://schemas.openxmlformats.org/drawingml/2006/main">
              <a:ext uri="{FF2B5EF4-FFF2-40B4-BE49-F238E27FC236}">
                <a16:creationId xmlns:a16="http://schemas.microsoft.com/office/drawing/2014/main" id="{C5D3C702-4087-4CD6-861B-97441E646C49}"/>
              </a:ext>
            </a:extLst>
          </p:cNvPr>
          <p:cNvSpPr>
            <a:spLocks xmlns:a="http://schemas.openxmlformats.org/drawingml/2006/main" noGrp="1"/>
          </p:cNvSpPr>
          <p:nvPr/>
        </p:nvSpPr>
        <p:spPr>
          <a:xfrm xmlns:a="http://schemas.openxmlformats.org/drawingml/2006/main">
            <a:off x="742950" y="1752600"/>
            <a:ext cx="4667250" cy="1495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5344D"/>
                </a:solidFill>
                <a:latin typeface="Arial"/>
                <a:ea typeface="Arial"/>
                <a:cs typeface="Arial"/>
              </a:defRPr>
            </a:defPPr>
            <a:lvl1pPr algn="l">
              <a:defRPr sz="2100" b="1">
                <a:solidFill>
                  <a:srgbClr val="15344D"/>
                </a:solidFill>
                <a:latin typeface="Arial"/>
                <a:ea typeface="Arial"/>
                <a:cs typeface="Arial"/>
              </a:defRPr>
            </a:lvl1pPr>
            <a:lvl2pPr algn="l">
              <a:defRPr sz="2100" b="1">
                <a:solidFill>
                  <a:srgbClr val="15344D"/>
                </a:solidFill>
                <a:latin typeface="Arial"/>
                <a:ea typeface="Arial"/>
                <a:cs typeface="Arial"/>
              </a:defRPr>
            </a:lvl2pPr>
            <a:lvl3pPr algn="l">
              <a:defRPr sz="2100" b="1">
                <a:solidFill>
                  <a:srgbClr val="15344D"/>
                </a:solidFill>
                <a:latin typeface="Arial"/>
                <a:ea typeface="Arial"/>
                <a:cs typeface="Arial"/>
              </a:defRPr>
            </a:lvl3pPr>
            <a:lvl4pPr algn="l">
              <a:defRPr sz="2100" b="1">
                <a:solidFill>
                  <a:srgbClr val="15344D"/>
                </a:solidFill>
                <a:latin typeface="Arial"/>
                <a:ea typeface="Arial"/>
                <a:cs typeface="Arial"/>
              </a:defRPr>
            </a:lvl4pPr>
            <a:lvl5pPr algn="l">
              <a:defRPr sz="2100" b="1">
                <a:solidFill>
                  <a:srgbClr val="15344D"/>
                </a:solidFill>
                <a:latin typeface="Arial"/>
                <a:ea typeface="Arial"/>
                <a:cs typeface="Arial"/>
              </a:defRPr>
            </a:lvl5pPr>
            <a:lvl6pPr algn="l">
              <a:defRPr sz="2100" b="1">
                <a:solidFill>
                  <a:srgbClr val="15344D"/>
                </a:solidFill>
                <a:latin typeface="Arial"/>
                <a:ea typeface="Arial"/>
                <a:cs typeface="Arial"/>
              </a:defRPr>
            </a:lvl6pPr>
            <a:lvl7pPr algn="l">
              <a:defRPr sz="2100" b="1">
                <a:solidFill>
                  <a:srgbClr val="15344D"/>
                </a:solidFill>
                <a:latin typeface="Arial"/>
                <a:ea typeface="Arial"/>
                <a:cs typeface="Arial"/>
              </a:defRPr>
            </a:lvl7pPr>
            <a:lvl8pPr algn="l">
              <a:defRPr sz="2100" b="1">
                <a:solidFill>
                  <a:srgbClr val="15344D"/>
                </a:solidFill>
                <a:latin typeface="Arial"/>
                <a:ea typeface="Arial"/>
                <a:cs typeface="Arial"/>
              </a:defRPr>
            </a:lvl8pPr>
            <a:lvl9pPr algn="l">
              <a:defRPr sz="2100" b="1">
                <a:solidFill>
                  <a:srgbClr val="15344D"/>
                </a:solidFill>
                <a:latin typeface="Arial"/>
                <a:ea typeface="Arial"/>
                <a:cs typeface="Arial"/>
              </a:defRPr>
            </a:lvl9pPr>
          </a:lstStyle>
          <a:p xmlns:a="http://schemas.openxmlformats.org/drawingml/2006/main">
            <a:pPr algn="l">
              <a:defRPr sz="2100" b="1">
                <a:solidFill>
                  <a:srgbClr val="15344D"/>
                </a:solidFill>
                <a:latin typeface="Arial"/>
                <a:ea typeface="Arial"/>
                <a:cs typeface="Arial"/>
              </a:defRPr>
            </a:pPr>
            <a:r>
              <a:rPr sz="2100" b="1">
                <a:solidFill>
                  <a:srgbClr val="15344D"/>
                </a:solidFill>
                <a:latin typeface="Arial"/>
                <a:ea typeface="Arial"/>
                <a:cs typeface="Arial"/>
              </a:rPr>
              <a:t>What footprints does Open Buildings V3 predict inside a selected Lagos LGA at a chosen confidence cutoff, and what can be verified about the export?</a:t>
            </a:r>
          </a:p>
        </p:txBody>
      </p:sp>
      <p:sp>
        <p:nvSpPr>
          <p:cNvPr id="7" name="">
            <a:extLst xmlns:a="http://schemas.openxmlformats.org/drawingml/2006/main">
              <a:ext uri="{FF2B5EF4-FFF2-40B4-BE49-F238E27FC236}">
                <a16:creationId xmlns:a16="http://schemas.microsoft.com/office/drawing/2014/main" id="{1D610110-F73B-42CC-9F45-B8872C39E613}"/>
              </a:ext>
            </a:extLst>
          </p:cNvPr>
          <p:cNvSpPr>
            <a:spLocks xmlns:a="http://schemas.openxmlformats.org/drawingml/2006/main" noGrp="1"/>
          </p:cNvSpPr>
          <p:nvPr/>
        </p:nvSpPr>
        <p:spPr>
          <a:xfrm xmlns:a="http://schemas.openxmlformats.org/drawingml/2006/main">
            <a:off x="5905500" y="1381125"/>
            <a:ext cx="19050" cy="2305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7F50F6-5011-407A-974F-E38CFC4A306B}"/>
              </a:ext>
            </a:extLst>
          </p:cNvPr>
          <p:cNvSpPr>
            <a:spLocks xmlns:a="http://schemas.openxmlformats.org/drawingml/2006/main" noGrp="1"/>
          </p:cNvSpPr>
          <p:nvPr/>
        </p:nvSpPr>
        <p:spPr>
          <a:xfrm xmlns:a="http://schemas.openxmlformats.org/drawingml/2006/main">
            <a:off x="6324600" y="1400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0836E"/>
                </a:solidFill>
                <a:latin typeface="Arial"/>
                <a:ea typeface="Arial"/>
                <a:cs typeface="Arial"/>
              </a:defRPr>
            </a:defPPr>
            <a:lvl1pPr algn="l">
              <a:defRPr sz="1575" b="1">
                <a:solidFill>
                  <a:srgbClr val="00836E"/>
                </a:solidFill>
                <a:latin typeface="Arial"/>
                <a:ea typeface="Arial"/>
                <a:cs typeface="Arial"/>
              </a:defRPr>
            </a:lvl1pPr>
            <a:lvl2pPr algn="l">
              <a:defRPr sz="1575" b="1">
                <a:solidFill>
                  <a:srgbClr val="00836E"/>
                </a:solidFill>
                <a:latin typeface="Arial"/>
                <a:ea typeface="Arial"/>
                <a:cs typeface="Arial"/>
              </a:defRPr>
            </a:lvl2pPr>
            <a:lvl3pPr algn="l">
              <a:defRPr sz="1575" b="1">
                <a:solidFill>
                  <a:srgbClr val="00836E"/>
                </a:solidFill>
                <a:latin typeface="Arial"/>
                <a:ea typeface="Arial"/>
                <a:cs typeface="Arial"/>
              </a:defRPr>
            </a:lvl3pPr>
            <a:lvl4pPr algn="l">
              <a:defRPr sz="1575" b="1">
                <a:solidFill>
                  <a:srgbClr val="00836E"/>
                </a:solidFill>
                <a:latin typeface="Arial"/>
                <a:ea typeface="Arial"/>
                <a:cs typeface="Arial"/>
              </a:defRPr>
            </a:lvl4pPr>
            <a:lvl5pPr algn="l">
              <a:defRPr sz="1575" b="1">
                <a:solidFill>
                  <a:srgbClr val="00836E"/>
                </a:solidFill>
                <a:latin typeface="Arial"/>
                <a:ea typeface="Arial"/>
                <a:cs typeface="Arial"/>
              </a:defRPr>
            </a:lvl5pPr>
            <a:lvl6pPr algn="l">
              <a:defRPr sz="1575" b="1">
                <a:solidFill>
                  <a:srgbClr val="00836E"/>
                </a:solidFill>
                <a:latin typeface="Arial"/>
                <a:ea typeface="Arial"/>
                <a:cs typeface="Arial"/>
              </a:defRPr>
            </a:lvl6pPr>
            <a:lvl7pPr algn="l">
              <a:defRPr sz="1575" b="1">
                <a:solidFill>
                  <a:srgbClr val="00836E"/>
                </a:solidFill>
                <a:latin typeface="Arial"/>
                <a:ea typeface="Arial"/>
                <a:cs typeface="Arial"/>
              </a:defRPr>
            </a:lvl7pPr>
            <a:lvl8pPr algn="l">
              <a:defRPr sz="1575" b="1">
                <a:solidFill>
                  <a:srgbClr val="00836E"/>
                </a:solidFill>
                <a:latin typeface="Arial"/>
                <a:ea typeface="Arial"/>
                <a:cs typeface="Arial"/>
              </a:defRPr>
            </a:lvl8pPr>
            <a:lvl9pPr algn="l">
              <a:defRPr sz="1575" b="1">
                <a:solidFill>
                  <a:srgbClr val="00836E"/>
                </a:solidFill>
                <a:latin typeface="Arial"/>
                <a:ea typeface="Arial"/>
                <a:cs typeface="Arial"/>
              </a:defRPr>
            </a:lvl9pPr>
          </a:lstStyle>
          <a:p xmlns:a="http://schemas.openxmlformats.org/drawingml/2006/main">
            <a:pPr algn="l">
              <a:defRPr sz="1575" b="1">
                <a:solidFill>
                  <a:srgbClr val="00836E"/>
                </a:solidFill>
                <a:latin typeface="Arial"/>
                <a:ea typeface="Arial"/>
                <a:cs typeface="Arial"/>
              </a:defRPr>
            </a:pPr>
            <a:r>
              <a:rPr sz="1575" b="1">
                <a:solidFill>
                  <a:srgbClr val="00836E"/>
                </a:solidFill>
                <a:latin typeface="Arial"/>
                <a:ea typeface="Arial"/>
                <a:cs typeface="Arial"/>
              </a:rPr>
              <a:t>The project delivers</a:t>
            </a:r>
          </a:p>
        </p:txBody>
      </p:sp>
      <p:sp>
        <p:nvSpPr>
          <p:cNvPr id="9" name="">
            <a:extLst xmlns:a="http://schemas.openxmlformats.org/drawingml/2006/main">
              <a:ext uri="{FF2B5EF4-FFF2-40B4-BE49-F238E27FC236}">
                <a16:creationId xmlns:a16="http://schemas.microsoft.com/office/drawing/2014/main" id="{1D9AB08D-8DA7-4F7D-87D6-EF0197538710}"/>
              </a:ext>
            </a:extLst>
          </p:cNvPr>
          <p:cNvSpPr>
            <a:spLocks xmlns:a="http://schemas.openxmlformats.org/drawingml/2006/main" noGrp="1"/>
          </p:cNvSpPr>
          <p:nvPr/>
        </p:nvSpPr>
        <p:spPr>
          <a:xfrm xmlns:a="http://schemas.openxmlformats.org/drawingml/2006/main">
            <a:off x="6324600" y="1905000"/>
            <a:ext cx="19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0836E"/>
                </a:solidFill>
                <a:latin typeface="Arial"/>
                <a:ea typeface="Arial"/>
                <a:cs typeface="Arial"/>
              </a:defRPr>
            </a:defPPr>
            <a:lvl1pPr algn="l">
              <a:defRPr sz="1350" b="1">
                <a:solidFill>
                  <a:srgbClr val="00836E"/>
                </a:solidFill>
                <a:latin typeface="Arial"/>
                <a:ea typeface="Arial"/>
                <a:cs typeface="Arial"/>
              </a:defRPr>
            </a:lvl1pPr>
            <a:lvl2pPr algn="l">
              <a:defRPr sz="1350" b="1">
                <a:solidFill>
                  <a:srgbClr val="00836E"/>
                </a:solidFill>
                <a:latin typeface="Arial"/>
                <a:ea typeface="Arial"/>
                <a:cs typeface="Arial"/>
              </a:defRPr>
            </a:lvl2pPr>
            <a:lvl3pPr algn="l">
              <a:defRPr sz="1350" b="1">
                <a:solidFill>
                  <a:srgbClr val="00836E"/>
                </a:solidFill>
                <a:latin typeface="Arial"/>
                <a:ea typeface="Arial"/>
                <a:cs typeface="Arial"/>
              </a:defRPr>
            </a:lvl3pPr>
            <a:lvl4pPr algn="l">
              <a:defRPr sz="1350" b="1">
                <a:solidFill>
                  <a:srgbClr val="00836E"/>
                </a:solidFill>
                <a:latin typeface="Arial"/>
                <a:ea typeface="Arial"/>
                <a:cs typeface="Arial"/>
              </a:defRPr>
            </a:lvl4pPr>
            <a:lvl5pPr algn="l">
              <a:defRPr sz="1350" b="1">
                <a:solidFill>
                  <a:srgbClr val="00836E"/>
                </a:solidFill>
                <a:latin typeface="Arial"/>
                <a:ea typeface="Arial"/>
                <a:cs typeface="Arial"/>
              </a:defRPr>
            </a:lvl5pPr>
            <a:lvl6pPr algn="l">
              <a:defRPr sz="1350" b="1">
                <a:solidFill>
                  <a:srgbClr val="00836E"/>
                </a:solidFill>
                <a:latin typeface="Arial"/>
                <a:ea typeface="Arial"/>
                <a:cs typeface="Arial"/>
              </a:defRPr>
            </a:lvl6pPr>
            <a:lvl7pPr algn="l">
              <a:defRPr sz="1350" b="1">
                <a:solidFill>
                  <a:srgbClr val="00836E"/>
                </a:solidFill>
                <a:latin typeface="Arial"/>
                <a:ea typeface="Arial"/>
                <a:cs typeface="Arial"/>
              </a:defRPr>
            </a:lvl7pPr>
            <a:lvl8pPr algn="l">
              <a:defRPr sz="1350" b="1">
                <a:solidFill>
                  <a:srgbClr val="00836E"/>
                </a:solidFill>
                <a:latin typeface="Arial"/>
                <a:ea typeface="Arial"/>
                <a:cs typeface="Arial"/>
              </a:defRPr>
            </a:lvl8pPr>
            <a:lvl9pPr algn="l">
              <a:defRPr sz="1350" b="1">
                <a:solidFill>
                  <a:srgbClr val="00836E"/>
                </a:solidFill>
                <a:latin typeface="Arial"/>
                <a:ea typeface="Arial"/>
                <a:cs typeface="Arial"/>
              </a:defRPr>
            </a:lvl9pPr>
          </a:lstStyle>
          <a:p xmlns:a="http://schemas.openxmlformats.org/drawingml/2006/main">
            <a:pPr algn="l">
              <a:defRPr sz="1350" b="1">
                <a:solidFill>
                  <a:srgbClr val="00836E"/>
                </a:solidFill>
                <a:latin typeface="Arial"/>
                <a:ea typeface="Arial"/>
                <a:cs typeface="Arial"/>
              </a:defRPr>
            </a:pPr>
            <a:r>
              <a:rPr sz="1350" b="1">
                <a:solidFill>
                  <a:srgbClr val="00836E"/>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A738804-8E63-4ACF-AEFA-768D00CC2921}"/>
              </a:ext>
            </a:extLst>
          </p:cNvPr>
          <p:cNvSpPr>
            <a:spLocks xmlns:a="http://schemas.openxmlformats.org/drawingml/2006/main" noGrp="1"/>
          </p:cNvSpPr>
          <p:nvPr/>
        </p:nvSpPr>
        <p:spPr>
          <a:xfrm xmlns:a="http://schemas.openxmlformats.org/drawingml/2006/main">
            <a:off x="6562725" y="1905000"/>
            <a:ext cx="4524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A Colab and Earth Engine workflow for any listed Lagos LGA.</a:t>
            </a:r>
          </a:p>
        </p:txBody>
      </p:sp>
      <p:sp>
        <p:nvSpPr>
          <p:cNvPr id="11" name="">
            <a:extLst xmlns:a="http://schemas.openxmlformats.org/drawingml/2006/main">
              <a:ext uri="{FF2B5EF4-FFF2-40B4-BE49-F238E27FC236}">
                <a16:creationId xmlns:a16="http://schemas.microsoft.com/office/drawing/2014/main" id="{4913BDBE-2A22-4AD6-AD9F-FFCEA0C2587D}"/>
              </a:ext>
            </a:extLst>
          </p:cNvPr>
          <p:cNvSpPr>
            <a:spLocks xmlns:a="http://schemas.openxmlformats.org/drawingml/2006/main" noGrp="1"/>
          </p:cNvSpPr>
          <p:nvPr/>
        </p:nvSpPr>
        <p:spPr>
          <a:xfrm xmlns:a="http://schemas.openxmlformats.org/drawingml/2006/main">
            <a:off x="6324600" y="2514600"/>
            <a:ext cx="19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0836E"/>
                </a:solidFill>
                <a:latin typeface="Arial"/>
                <a:ea typeface="Arial"/>
                <a:cs typeface="Arial"/>
              </a:defRPr>
            </a:defPPr>
            <a:lvl1pPr algn="l">
              <a:defRPr sz="1350" b="1">
                <a:solidFill>
                  <a:srgbClr val="00836E"/>
                </a:solidFill>
                <a:latin typeface="Arial"/>
                <a:ea typeface="Arial"/>
                <a:cs typeface="Arial"/>
              </a:defRPr>
            </a:lvl1pPr>
            <a:lvl2pPr algn="l">
              <a:defRPr sz="1350" b="1">
                <a:solidFill>
                  <a:srgbClr val="00836E"/>
                </a:solidFill>
                <a:latin typeface="Arial"/>
                <a:ea typeface="Arial"/>
                <a:cs typeface="Arial"/>
              </a:defRPr>
            </a:lvl2pPr>
            <a:lvl3pPr algn="l">
              <a:defRPr sz="1350" b="1">
                <a:solidFill>
                  <a:srgbClr val="00836E"/>
                </a:solidFill>
                <a:latin typeface="Arial"/>
                <a:ea typeface="Arial"/>
                <a:cs typeface="Arial"/>
              </a:defRPr>
            </a:lvl3pPr>
            <a:lvl4pPr algn="l">
              <a:defRPr sz="1350" b="1">
                <a:solidFill>
                  <a:srgbClr val="00836E"/>
                </a:solidFill>
                <a:latin typeface="Arial"/>
                <a:ea typeface="Arial"/>
                <a:cs typeface="Arial"/>
              </a:defRPr>
            </a:lvl4pPr>
            <a:lvl5pPr algn="l">
              <a:defRPr sz="1350" b="1">
                <a:solidFill>
                  <a:srgbClr val="00836E"/>
                </a:solidFill>
                <a:latin typeface="Arial"/>
                <a:ea typeface="Arial"/>
                <a:cs typeface="Arial"/>
              </a:defRPr>
            </a:lvl5pPr>
            <a:lvl6pPr algn="l">
              <a:defRPr sz="1350" b="1">
                <a:solidFill>
                  <a:srgbClr val="00836E"/>
                </a:solidFill>
                <a:latin typeface="Arial"/>
                <a:ea typeface="Arial"/>
                <a:cs typeface="Arial"/>
              </a:defRPr>
            </a:lvl6pPr>
            <a:lvl7pPr algn="l">
              <a:defRPr sz="1350" b="1">
                <a:solidFill>
                  <a:srgbClr val="00836E"/>
                </a:solidFill>
                <a:latin typeface="Arial"/>
                <a:ea typeface="Arial"/>
                <a:cs typeface="Arial"/>
              </a:defRPr>
            </a:lvl7pPr>
            <a:lvl8pPr algn="l">
              <a:defRPr sz="1350" b="1">
                <a:solidFill>
                  <a:srgbClr val="00836E"/>
                </a:solidFill>
                <a:latin typeface="Arial"/>
                <a:ea typeface="Arial"/>
                <a:cs typeface="Arial"/>
              </a:defRPr>
            </a:lvl8pPr>
            <a:lvl9pPr algn="l">
              <a:defRPr sz="1350" b="1">
                <a:solidFill>
                  <a:srgbClr val="00836E"/>
                </a:solidFill>
                <a:latin typeface="Arial"/>
                <a:ea typeface="Arial"/>
                <a:cs typeface="Arial"/>
              </a:defRPr>
            </a:lvl9pPr>
          </a:lstStyle>
          <a:p xmlns:a="http://schemas.openxmlformats.org/drawingml/2006/main">
            <a:pPr algn="l">
              <a:defRPr sz="1350" b="1">
                <a:solidFill>
                  <a:srgbClr val="00836E"/>
                </a:solidFill>
                <a:latin typeface="Arial"/>
                <a:ea typeface="Arial"/>
                <a:cs typeface="Arial"/>
              </a:defRPr>
            </a:pPr>
            <a:r>
              <a:rPr sz="1350" b="1">
                <a:solidFill>
                  <a:srgbClr val="00836E"/>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DFCBD70-16A3-49AE-80C7-CAD4E906F941}"/>
              </a:ext>
            </a:extLst>
          </p:cNvPr>
          <p:cNvSpPr>
            <a:spLocks xmlns:a="http://schemas.openxmlformats.org/drawingml/2006/main" noGrp="1"/>
          </p:cNvSpPr>
          <p:nvPr/>
        </p:nvSpPr>
        <p:spPr>
          <a:xfrm xmlns:a="http://schemas.openxmlformats.org/drawingml/2006/main">
            <a:off x="6562725" y="2514600"/>
            <a:ext cx="4524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Clipped footprint GeoJSON, exact boundary GeoJSON, and provenance CSV.</a:t>
            </a:r>
          </a:p>
        </p:txBody>
      </p:sp>
      <p:sp>
        <p:nvSpPr>
          <p:cNvPr id="13" name="">
            <a:extLst xmlns:a="http://schemas.openxmlformats.org/drawingml/2006/main">
              <a:ext uri="{FF2B5EF4-FFF2-40B4-BE49-F238E27FC236}">
                <a16:creationId xmlns:a16="http://schemas.microsoft.com/office/drawing/2014/main" id="{8750C21F-6975-420E-AD6D-67BBCBA30FAE}"/>
              </a:ext>
            </a:extLst>
          </p:cNvPr>
          <p:cNvSpPr>
            <a:spLocks xmlns:a="http://schemas.openxmlformats.org/drawingml/2006/main" noGrp="1"/>
          </p:cNvSpPr>
          <p:nvPr/>
        </p:nvSpPr>
        <p:spPr>
          <a:xfrm xmlns:a="http://schemas.openxmlformats.org/drawingml/2006/main">
            <a:off x="6324600" y="3209925"/>
            <a:ext cx="19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0836E"/>
                </a:solidFill>
                <a:latin typeface="Arial"/>
                <a:ea typeface="Arial"/>
                <a:cs typeface="Arial"/>
              </a:defRPr>
            </a:defPPr>
            <a:lvl1pPr algn="l">
              <a:defRPr sz="1350" b="1">
                <a:solidFill>
                  <a:srgbClr val="00836E"/>
                </a:solidFill>
                <a:latin typeface="Arial"/>
                <a:ea typeface="Arial"/>
                <a:cs typeface="Arial"/>
              </a:defRPr>
            </a:lvl1pPr>
            <a:lvl2pPr algn="l">
              <a:defRPr sz="1350" b="1">
                <a:solidFill>
                  <a:srgbClr val="00836E"/>
                </a:solidFill>
                <a:latin typeface="Arial"/>
                <a:ea typeface="Arial"/>
                <a:cs typeface="Arial"/>
              </a:defRPr>
            </a:lvl2pPr>
            <a:lvl3pPr algn="l">
              <a:defRPr sz="1350" b="1">
                <a:solidFill>
                  <a:srgbClr val="00836E"/>
                </a:solidFill>
                <a:latin typeface="Arial"/>
                <a:ea typeface="Arial"/>
                <a:cs typeface="Arial"/>
              </a:defRPr>
            </a:lvl3pPr>
            <a:lvl4pPr algn="l">
              <a:defRPr sz="1350" b="1">
                <a:solidFill>
                  <a:srgbClr val="00836E"/>
                </a:solidFill>
                <a:latin typeface="Arial"/>
                <a:ea typeface="Arial"/>
                <a:cs typeface="Arial"/>
              </a:defRPr>
            </a:lvl4pPr>
            <a:lvl5pPr algn="l">
              <a:defRPr sz="1350" b="1">
                <a:solidFill>
                  <a:srgbClr val="00836E"/>
                </a:solidFill>
                <a:latin typeface="Arial"/>
                <a:ea typeface="Arial"/>
                <a:cs typeface="Arial"/>
              </a:defRPr>
            </a:lvl5pPr>
            <a:lvl6pPr algn="l">
              <a:defRPr sz="1350" b="1">
                <a:solidFill>
                  <a:srgbClr val="00836E"/>
                </a:solidFill>
                <a:latin typeface="Arial"/>
                <a:ea typeface="Arial"/>
                <a:cs typeface="Arial"/>
              </a:defRPr>
            </a:lvl6pPr>
            <a:lvl7pPr algn="l">
              <a:defRPr sz="1350" b="1">
                <a:solidFill>
                  <a:srgbClr val="00836E"/>
                </a:solidFill>
                <a:latin typeface="Arial"/>
                <a:ea typeface="Arial"/>
                <a:cs typeface="Arial"/>
              </a:defRPr>
            </a:lvl7pPr>
            <a:lvl8pPr algn="l">
              <a:defRPr sz="1350" b="1">
                <a:solidFill>
                  <a:srgbClr val="00836E"/>
                </a:solidFill>
                <a:latin typeface="Arial"/>
                <a:ea typeface="Arial"/>
                <a:cs typeface="Arial"/>
              </a:defRPr>
            </a:lvl8pPr>
            <a:lvl9pPr algn="l">
              <a:defRPr sz="1350" b="1">
                <a:solidFill>
                  <a:srgbClr val="00836E"/>
                </a:solidFill>
                <a:latin typeface="Arial"/>
                <a:ea typeface="Arial"/>
                <a:cs typeface="Arial"/>
              </a:defRPr>
            </a:lvl9pPr>
          </a:lstStyle>
          <a:p xmlns:a="http://schemas.openxmlformats.org/drawingml/2006/main">
            <a:pPr algn="l">
              <a:defRPr sz="1350" b="1">
                <a:solidFill>
                  <a:srgbClr val="00836E"/>
                </a:solidFill>
                <a:latin typeface="Arial"/>
                <a:ea typeface="Arial"/>
                <a:cs typeface="Arial"/>
              </a:defRPr>
            </a:pPr>
            <a:r>
              <a:rPr sz="1350" b="1">
                <a:solidFill>
                  <a:srgbClr val="00836E"/>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2D483A99-BB5E-42FB-A483-E65A2C418FA2}"/>
              </a:ext>
            </a:extLst>
          </p:cNvPr>
          <p:cNvSpPr>
            <a:spLocks xmlns:a="http://schemas.openxmlformats.org/drawingml/2006/main" noGrp="1"/>
          </p:cNvSpPr>
          <p:nvPr/>
        </p:nvSpPr>
        <p:spPr>
          <a:xfrm xmlns:a="http://schemas.openxmlformats.org/drawingml/2006/main">
            <a:off x="6562725" y="3209925"/>
            <a:ext cx="4524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A local QA report, machine-readable metrics, log, figures, and slide deck.</a:t>
            </a:r>
          </a:p>
        </p:txBody>
      </p:sp>
      <p:sp>
        <p:nvSpPr>
          <p:cNvPr id="15" name="">
            <a:extLst xmlns:a="http://schemas.openxmlformats.org/drawingml/2006/main">
              <a:ext uri="{FF2B5EF4-FFF2-40B4-BE49-F238E27FC236}">
                <a16:creationId xmlns:a16="http://schemas.microsoft.com/office/drawing/2014/main" id="{612C7603-CB98-4C20-AF69-2784AEA6DDDA}"/>
              </a:ext>
            </a:extLst>
          </p:cNvPr>
          <p:cNvSpPr>
            <a:spLocks xmlns:a="http://schemas.openxmlformats.org/drawingml/2006/main" noGrp="1"/>
          </p:cNvSpPr>
          <p:nvPr/>
        </p:nvSpPr>
        <p:spPr>
          <a:xfrm xmlns:a="http://schemas.openxmlformats.org/drawingml/2006/main">
            <a:off x="742950" y="39433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0836E"/>
                </a:solidFill>
                <a:latin typeface="Arial"/>
                <a:ea typeface="Arial"/>
                <a:cs typeface="Arial"/>
              </a:defRPr>
            </a:defPPr>
            <a:lvl1pPr algn="l">
              <a:defRPr sz="1500" b="1">
                <a:solidFill>
                  <a:srgbClr val="00836E"/>
                </a:solidFill>
                <a:latin typeface="Arial"/>
                <a:ea typeface="Arial"/>
                <a:cs typeface="Arial"/>
              </a:defRPr>
            </a:lvl1pPr>
            <a:lvl2pPr algn="l">
              <a:defRPr sz="1500" b="1">
                <a:solidFill>
                  <a:srgbClr val="00836E"/>
                </a:solidFill>
                <a:latin typeface="Arial"/>
                <a:ea typeface="Arial"/>
                <a:cs typeface="Arial"/>
              </a:defRPr>
            </a:lvl2pPr>
            <a:lvl3pPr algn="l">
              <a:defRPr sz="1500" b="1">
                <a:solidFill>
                  <a:srgbClr val="00836E"/>
                </a:solidFill>
                <a:latin typeface="Arial"/>
                <a:ea typeface="Arial"/>
                <a:cs typeface="Arial"/>
              </a:defRPr>
            </a:lvl3pPr>
            <a:lvl4pPr algn="l">
              <a:defRPr sz="1500" b="1">
                <a:solidFill>
                  <a:srgbClr val="00836E"/>
                </a:solidFill>
                <a:latin typeface="Arial"/>
                <a:ea typeface="Arial"/>
                <a:cs typeface="Arial"/>
              </a:defRPr>
            </a:lvl4pPr>
            <a:lvl5pPr algn="l">
              <a:defRPr sz="1500" b="1">
                <a:solidFill>
                  <a:srgbClr val="00836E"/>
                </a:solidFill>
                <a:latin typeface="Arial"/>
                <a:ea typeface="Arial"/>
                <a:cs typeface="Arial"/>
              </a:defRPr>
            </a:lvl5pPr>
            <a:lvl6pPr algn="l">
              <a:defRPr sz="1500" b="1">
                <a:solidFill>
                  <a:srgbClr val="00836E"/>
                </a:solidFill>
                <a:latin typeface="Arial"/>
                <a:ea typeface="Arial"/>
                <a:cs typeface="Arial"/>
              </a:defRPr>
            </a:lvl6pPr>
            <a:lvl7pPr algn="l">
              <a:defRPr sz="1500" b="1">
                <a:solidFill>
                  <a:srgbClr val="00836E"/>
                </a:solidFill>
                <a:latin typeface="Arial"/>
                <a:ea typeface="Arial"/>
                <a:cs typeface="Arial"/>
              </a:defRPr>
            </a:lvl7pPr>
            <a:lvl8pPr algn="l">
              <a:defRPr sz="1500" b="1">
                <a:solidFill>
                  <a:srgbClr val="00836E"/>
                </a:solidFill>
                <a:latin typeface="Arial"/>
                <a:ea typeface="Arial"/>
                <a:cs typeface="Arial"/>
              </a:defRPr>
            </a:lvl8pPr>
            <a:lvl9pPr algn="l">
              <a:defRPr sz="1500" b="1">
                <a:solidFill>
                  <a:srgbClr val="00836E"/>
                </a:solidFill>
                <a:latin typeface="Arial"/>
                <a:ea typeface="Arial"/>
                <a:cs typeface="Arial"/>
              </a:defRPr>
            </a:lvl9pPr>
          </a:lstStyle>
          <a:p xmlns:a="http://schemas.openxmlformats.org/drawingml/2006/main">
            <a:pPr algn="l">
              <a:defRPr sz="1500" b="1">
                <a:solidFill>
                  <a:srgbClr val="00836E"/>
                </a:solidFill>
                <a:latin typeface="Arial"/>
                <a:ea typeface="Arial"/>
                <a:cs typeface="Arial"/>
              </a:defRPr>
            </a:pPr>
            <a:r>
              <a:rPr sz="1500" b="1">
                <a:solidFill>
                  <a:srgbClr val="00836E"/>
                </a:solidFill>
                <a:latin typeface="Arial"/>
                <a:ea typeface="Arial"/>
                <a:cs typeface="Arial"/>
              </a:rPr>
              <a:t>Scope boundary</a:t>
            </a:r>
          </a:p>
        </p:txBody>
      </p:sp>
      <p:sp>
        <p:nvSpPr>
          <p:cNvPr id="16" name="">
            <a:extLst xmlns:a="http://schemas.openxmlformats.org/drawingml/2006/main">
              <a:ext uri="{FF2B5EF4-FFF2-40B4-BE49-F238E27FC236}">
                <a16:creationId xmlns:a16="http://schemas.microsoft.com/office/drawing/2014/main" id="{BB6D15E5-FD0A-40CC-BF17-424EA3C5EA1E}"/>
              </a:ext>
            </a:extLst>
          </p:cNvPr>
          <p:cNvSpPr>
            <a:spLocks xmlns:a="http://schemas.openxmlformats.org/drawingml/2006/main" noGrp="1"/>
          </p:cNvSpPr>
          <p:nvPr/>
        </p:nvSpPr>
        <p:spPr>
          <a:xfrm xmlns:a="http://schemas.openxmlformats.org/drawingml/2006/main">
            <a:off x="742950" y="4324350"/>
            <a:ext cx="1028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B2B36"/>
                </a:solidFill>
                <a:latin typeface="Arial"/>
                <a:ea typeface="Arial"/>
                <a:cs typeface="Arial"/>
              </a:defRPr>
            </a:defPPr>
            <a:lvl1pPr algn="l">
              <a:defRPr sz="1500" b="0">
                <a:solidFill>
                  <a:srgbClr val="1B2B36"/>
                </a:solidFill>
                <a:latin typeface="Arial"/>
                <a:ea typeface="Arial"/>
                <a:cs typeface="Arial"/>
              </a:defRPr>
            </a:lvl1pPr>
            <a:lvl2pPr algn="l">
              <a:defRPr sz="1500" b="0">
                <a:solidFill>
                  <a:srgbClr val="1B2B36"/>
                </a:solidFill>
                <a:latin typeface="Arial"/>
                <a:ea typeface="Arial"/>
                <a:cs typeface="Arial"/>
              </a:defRPr>
            </a:lvl2pPr>
            <a:lvl3pPr algn="l">
              <a:defRPr sz="1500" b="0">
                <a:solidFill>
                  <a:srgbClr val="1B2B36"/>
                </a:solidFill>
                <a:latin typeface="Arial"/>
                <a:ea typeface="Arial"/>
                <a:cs typeface="Arial"/>
              </a:defRPr>
            </a:lvl3pPr>
            <a:lvl4pPr algn="l">
              <a:defRPr sz="1500" b="0">
                <a:solidFill>
                  <a:srgbClr val="1B2B36"/>
                </a:solidFill>
                <a:latin typeface="Arial"/>
                <a:ea typeface="Arial"/>
                <a:cs typeface="Arial"/>
              </a:defRPr>
            </a:lvl4pPr>
            <a:lvl5pPr algn="l">
              <a:defRPr sz="1500" b="0">
                <a:solidFill>
                  <a:srgbClr val="1B2B36"/>
                </a:solidFill>
                <a:latin typeface="Arial"/>
                <a:ea typeface="Arial"/>
                <a:cs typeface="Arial"/>
              </a:defRPr>
            </a:lvl5pPr>
            <a:lvl6pPr algn="l">
              <a:defRPr sz="1500" b="0">
                <a:solidFill>
                  <a:srgbClr val="1B2B36"/>
                </a:solidFill>
                <a:latin typeface="Arial"/>
                <a:ea typeface="Arial"/>
                <a:cs typeface="Arial"/>
              </a:defRPr>
            </a:lvl6pPr>
            <a:lvl7pPr algn="l">
              <a:defRPr sz="1500" b="0">
                <a:solidFill>
                  <a:srgbClr val="1B2B36"/>
                </a:solidFill>
                <a:latin typeface="Arial"/>
                <a:ea typeface="Arial"/>
                <a:cs typeface="Arial"/>
              </a:defRPr>
            </a:lvl7pPr>
            <a:lvl8pPr algn="l">
              <a:defRPr sz="1500" b="0">
                <a:solidFill>
                  <a:srgbClr val="1B2B36"/>
                </a:solidFill>
                <a:latin typeface="Arial"/>
                <a:ea typeface="Arial"/>
                <a:cs typeface="Arial"/>
              </a:defRPr>
            </a:lvl8pPr>
            <a:lvl9pPr algn="l">
              <a:defRPr sz="1500" b="0">
                <a:solidFill>
                  <a:srgbClr val="1B2B36"/>
                </a:solidFill>
                <a:latin typeface="Arial"/>
                <a:ea typeface="Arial"/>
                <a:cs typeface="Arial"/>
              </a:defRPr>
            </a:lvl9pPr>
          </a:lstStyle>
          <a:p xmlns:a="http://schemas.openxmlformats.org/drawingml/2006/main">
            <a:pPr algn="l">
              <a:defRPr sz="1500" b="0">
                <a:solidFill>
                  <a:srgbClr val="1B2B36"/>
                </a:solidFill>
                <a:latin typeface="Arial"/>
                <a:ea typeface="Arial"/>
                <a:cs typeface="Arial"/>
              </a:defRPr>
            </a:pPr>
            <a:r>
              <a:rPr sz="1500" b="0">
                <a:solidFill>
                  <a:srgbClr val="1B2B36"/>
                </a:solidFill>
                <a:latin typeface="Arial"/>
                <a:ea typeface="Arial"/>
                <a:cs typeface="Arial"/>
              </a:rPr>
              <a:t>This is geospatial data processing and audit of existing model predictions. It does not train a neural network or measure local precision and recall.</a:t>
            </a:r>
          </a:p>
        </p:txBody>
      </p:sp>
      <p:sp>
        <p:nvSpPr>
          <p:cNvPr id="17" name="">
            <a:extLst xmlns:a="http://schemas.openxmlformats.org/drawingml/2006/main">
              <a:ext uri="{FF2B5EF4-FFF2-40B4-BE49-F238E27FC236}">
                <a16:creationId xmlns:a16="http://schemas.microsoft.com/office/drawing/2014/main" id="{DB120100-5A97-4B88-82A3-2267C0165FB5}"/>
              </a:ext>
            </a:extLst>
          </p:cNvPr>
          <p:cNvSpPr>
            <a:spLocks xmlns:a="http://schemas.openxmlformats.org/drawingml/2006/main" noGrp="1"/>
          </p:cNvSpPr>
          <p:nvPr/>
        </p:nvSpPr>
        <p:spPr>
          <a:xfrm xmlns:a="http://schemas.openxmlformats.org/drawingml/2006/main">
            <a:off x="742950" y="54102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5344D"/>
                </a:solidFill>
                <a:latin typeface="Arial"/>
                <a:ea typeface="Arial"/>
                <a:cs typeface="Arial"/>
              </a:defRPr>
            </a:defPPr>
            <a:lvl1pPr algn="l">
              <a:defRPr sz="1425" b="1">
                <a:solidFill>
                  <a:srgbClr val="15344D"/>
                </a:solidFill>
                <a:latin typeface="Arial"/>
                <a:ea typeface="Arial"/>
                <a:cs typeface="Arial"/>
              </a:defRPr>
            </a:lvl1pPr>
            <a:lvl2pPr algn="l">
              <a:defRPr sz="1425" b="1">
                <a:solidFill>
                  <a:srgbClr val="15344D"/>
                </a:solidFill>
                <a:latin typeface="Arial"/>
                <a:ea typeface="Arial"/>
                <a:cs typeface="Arial"/>
              </a:defRPr>
            </a:lvl2pPr>
            <a:lvl3pPr algn="l">
              <a:defRPr sz="1425" b="1">
                <a:solidFill>
                  <a:srgbClr val="15344D"/>
                </a:solidFill>
                <a:latin typeface="Arial"/>
                <a:ea typeface="Arial"/>
                <a:cs typeface="Arial"/>
              </a:defRPr>
            </a:lvl3pPr>
            <a:lvl4pPr algn="l">
              <a:defRPr sz="1425" b="1">
                <a:solidFill>
                  <a:srgbClr val="15344D"/>
                </a:solidFill>
                <a:latin typeface="Arial"/>
                <a:ea typeface="Arial"/>
                <a:cs typeface="Arial"/>
              </a:defRPr>
            </a:lvl4pPr>
            <a:lvl5pPr algn="l">
              <a:defRPr sz="1425" b="1">
                <a:solidFill>
                  <a:srgbClr val="15344D"/>
                </a:solidFill>
                <a:latin typeface="Arial"/>
                <a:ea typeface="Arial"/>
                <a:cs typeface="Arial"/>
              </a:defRPr>
            </a:lvl5pPr>
            <a:lvl6pPr algn="l">
              <a:defRPr sz="1425" b="1">
                <a:solidFill>
                  <a:srgbClr val="15344D"/>
                </a:solidFill>
                <a:latin typeface="Arial"/>
                <a:ea typeface="Arial"/>
                <a:cs typeface="Arial"/>
              </a:defRPr>
            </a:lvl6pPr>
            <a:lvl7pPr algn="l">
              <a:defRPr sz="1425" b="1">
                <a:solidFill>
                  <a:srgbClr val="15344D"/>
                </a:solidFill>
                <a:latin typeface="Arial"/>
                <a:ea typeface="Arial"/>
                <a:cs typeface="Arial"/>
              </a:defRPr>
            </a:lvl7pPr>
            <a:lvl8pPr algn="l">
              <a:defRPr sz="1425" b="1">
                <a:solidFill>
                  <a:srgbClr val="15344D"/>
                </a:solidFill>
                <a:latin typeface="Arial"/>
                <a:ea typeface="Arial"/>
                <a:cs typeface="Arial"/>
              </a:defRPr>
            </a:lvl8pPr>
            <a:lvl9pPr algn="l">
              <a:defRPr sz="1425" b="1">
                <a:solidFill>
                  <a:srgbClr val="15344D"/>
                </a:solidFill>
                <a:latin typeface="Arial"/>
                <a:ea typeface="Arial"/>
                <a:cs typeface="Arial"/>
              </a:defRPr>
            </a:lvl9pPr>
          </a:lstStyle>
          <a:p xmlns:a="http://schemas.openxmlformats.org/drawingml/2006/main">
            <a:pPr algn="l">
              <a:defRPr sz="1425" b="1">
                <a:solidFill>
                  <a:srgbClr val="15344D"/>
                </a:solidFill>
                <a:latin typeface="Arial"/>
                <a:ea typeface="Arial"/>
                <a:cs typeface="Arial"/>
              </a:defRPr>
            </a:pPr>
            <a:r>
              <a:rPr sz="1425" b="1">
                <a:solidFill>
                  <a:srgbClr val="15344D"/>
                </a:solidFill>
                <a:latin typeface="Arial"/>
                <a:ea typeface="Arial"/>
                <a:cs typeface="Arial"/>
              </a:rPr>
              <a:t>Use the outputs as an exploratory footprint layer, not a census or an accuracy-validated inventory.</a:t>
            </a:r>
          </a:p>
        </p:txBody>
      </p:sp>
    </p:spTree>
    <p:extLst>
      <p:ext uri="{BB962C8B-B14F-4D97-AF65-F5344CB8AC3E}">
        <p14:creationId xmlns:p14="http://schemas.microsoft.com/office/powerpoint/2010/main" val="1014298073"/>
      </p:ext>
    </p:extLst>
  </p:cSld>
</p:sld>
</file>

<file path=ppt/slides/slide3.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0479657-05D1-4E99-958A-BE53A13FB9EB}"/>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02  /  DATA</a:t>
            </a:r>
          </a:p>
        </p:txBody>
      </p:sp>
      <p:sp>
        <p:nvSpPr>
          <p:cNvPr id="2" name="">
            <a:extLst xmlns:a="http://schemas.openxmlformats.org/drawingml/2006/main">
              <a:ext uri="{FF2B5EF4-FFF2-40B4-BE49-F238E27FC236}">
                <a16:creationId xmlns:a16="http://schemas.microsoft.com/office/drawing/2014/main" id="{2578FE45-B849-451C-B130-F1420F54B733}"/>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Data provenance and inputs</a:t>
            </a:r>
          </a:p>
        </p:txBody>
      </p:sp>
      <p:sp>
        <p:nvSpPr>
          <p:cNvPr id="3" name="">
            <a:extLst xmlns:a="http://schemas.openxmlformats.org/drawingml/2006/main">
              <a:ext uri="{FF2B5EF4-FFF2-40B4-BE49-F238E27FC236}">
                <a16:creationId xmlns:a16="http://schemas.microsoft.com/office/drawing/2014/main" id="{2FA03759-B005-4964-B0AA-A2EFC2B908BD}"/>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A2FB1B-3865-4EBC-8FBA-CA35A6EDA3E3}"/>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03 / 12</a:t>
            </a:r>
          </a:p>
        </p:txBody>
      </p:sp>
      <p:sp>
        <p:nvSpPr>
          <p:cNvPr id="5" name="">
            <a:extLst xmlns:a="http://schemas.openxmlformats.org/drawingml/2006/main">
              <a:ext uri="{FF2B5EF4-FFF2-40B4-BE49-F238E27FC236}">
                <a16:creationId xmlns:a16="http://schemas.microsoft.com/office/drawing/2014/main" id="{17282C95-686E-4F12-B41C-D55BF7F4DD3A}"/>
              </a:ext>
            </a:extLst>
          </p:cNvPr>
          <p:cNvSpPr>
            <a:spLocks xmlns:a="http://schemas.openxmlformats.org/drawingml/2006/main" noGrp="1"/>
          </p:cNvSpPr>
          <p:nvPr/>
        </p:nvSpPr>
        <p:spPr>
          <a:xfrm xmlns:a="http://schemas.openxmlformats.org/drawingml/2006/main">
            <a:off x="762000" y="1438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86C78"/>
                </a:solidFill>
                <a:latin typeface="Arial"/>
                <a:ea typeface="Arial"/>
                <a:cs typeface="Arial"/>
              </a:defRPr>
            </a:defPPr>
            <a:lvl1pPr algn="l">
              <a:defRPr sz="975" b="1">
                <a:solidFill>
                  <a:srgbClr val="586C78"/>
                </a:solidFill>
                <a:latin typeface="Arial"/>
                <a:ea typeface="Arial"/>
                <a:cs typeface="Arial"/>
              </a:defRPr>
            </a:lvl1pPr>
            <a:lvl2pPr algn="l">
              <a:defRPr sz="975" b="1">
                <a:solidFill>
                  <a:srgbClr val="586C78"/>
                </a:solidFill>
                <a:latin typeface="Arial"/>
                <a:ea typeface="Arial"/>
                <a:cs typeface="Arial"/>
              </a:defRPr>
            </a:lvl2pPr>
            <a:lvl3pPr algn="l">
              <a:defRPr sz="975" b="1">
                <a:solidFill>
                  <a:srgbClr val="586C78"/>
                </a:solidFill>
                <a:latin typeface="Arial"/>
                <a:ea typeface="Arial"/>
                <a:cs typeface="Arial"/>
              </a:defRPr>
            </a:lvl3pPr>
            <a:lvl4pPr algn="l">
              <a:defRPr sz="975" b="1">
                <a:solidFill>
                  <a:srgbClr val="586C78"/>
                </a:solidFill>
                <a:latin typeface="Arial"/>
                <a:ea typeface="Arial"/>
                <a:cs typeface="Arial"/>
              </a:defRPr>
            </a:lvl4pPr>
            <a:lvl5pPr algn="l">
              <a:defRPr sz="975" b="1">
                <a:solidFill>
                  <a:srgbClr val="586C78"/>
                </a:solidFill>
                <a:latin typeface="Arial"/>
                <a:ea typeface="Arial"/>
                <a:cs typeface="Arial"/>
              </a:defRPr>
            </a:lvl5pPr>
            <a:lvl6pPr algn="l">
              <a:defRPr sz="975" b="1">
                <a:solidFill>
                  <a:srgbClr val="586C78"/>
                </a:solidFill>
                <a:latin typeface="Arial"/>
                <a:ea typeface="Arial"/>
                <a:cs typeface="Arial"/>
              </a:defRPr>
            </a:lvl6pPr>
            <a:lvl7pPr algn="l">
              <a:defRPr sz="975" b="1">
                <a:solidFill>
                  <a:srgbClr val="586C78"/>
                </a:solidFill>
                <a:latin typeface="Arial"/>
                <a:ea typeface="Arial"/>
                <a:cs typeface="Arial"/>
              </a:defRPr>
            </a:lvl7pPr>
            <a:lvl8pPr algn="l">
              <a:defRPr sz="975" b="1">
                <a:solidFill>
                  <a:srgbClr val="586C78"/>
                </a:solidFill>
                <a:latin typeface="Arial"/>
                <a:ea typeface="Arial"/>
                <a:cs typeface="Arial"/>
              </a:defRPr>
            </a:lvl8pPr>
            <a:lvl9pPr algn="l">
              <a:defRPr sz="975" b="1">
                <a:solidFill>
                  <a:srgbClr val="586C78"/>
                </a:solidFill>
                <a:latin typeface="Arial"/>
                <a:ea typeface="Arial"/>
                <a:cs typeface="Arial"/>
              </a:defRPr>
            </a:lvl9pPr>
          </a:lstStyle>
          <a:p xmlns:a="http://schemas.openxmlformats.org/drawingml/2006/main">
            <a:pPr algn="l">
              <a:defRPr sz="975" b="1">
                <a:solidFill>
                  <a:srgbClr val="586C78"/>
                </a:solidFill>
                <a:latin typeface="Arial"/>
                <a:ea typeface="Arial"/>
                <a:cs typeface="Arial"/>
              </a:defRPr>
            </a:pPr>
            <a:r>
              <a:rPr sz="975" b="1">
                <a:solidFill>
                  <a:srgbClr val="586C78"/>
                </a:solidFill>
                <a:latin typeface="Arial"/>
                <a:ea typeface="Arial"/>
                <a:cs typeface="Arial"/>
              </a:rPr>
              <a:t>SOURCE</a:t>
            </a:r>
          </a:p>
        </p:txBody>
      </p:sp>
      <p:sp>
        <p:nvSpPr>
          <p:cNvPr id="6" name="">
            <a:extLst xmlns:a="http://schemas.openxmlformats.org/drawingml/2006/main">
              <a:ext uri="{FF2B5EF4-FFF2-40B4-BE49-F238E27FC236}">
                <a16:creationId xmlns:a16="http://schemas.microsoft.com/office/drawing/2014/main" id="{853493A8-A1DF-4F97-A96B-FF5B6071DC77}"/>
              </a:ext>
            </a:extLst>
          </p:cNvPr>
          <p:cNvSpPr>
            <a:spLocks xmlns:a="http://schemas.openxmlformats.org/drawingml/2006/main" noGrp="1"/>
          </p:cNvSpPr>
          <p:nvPr/>
        </p:nvSpPr>
        <p:spPr>
          <a:xfrm xmlns:a="http://schemas.openxmlformats.org/drawingml/2006/main">
            <a:off x="3648075" y="143827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86C78"/>
                </a:solidFill>
                <a:latin typeface="Arial"/>
                <a:ea typeface="Arial"/>
                <a:cs typeface="Arial"/>
              </a:defRPr>
            </a:defPPr>
            <a:lvl1pPr algn="l">
              <a:defRPr sz="975" b="1">
                <a:solidFill>
                  <a:srgbClr val="586C78"/>
                </a:solidFill>
                <a:latin typeface="Arial"/>
                <a:ea typeface="Arial"/>
                <a:cs typeface="Arial"/>
              </a:defRPr>
            </a:lvl1pPr>
            <a:lvl2pPr algn="l">
              <a:defRPr sz="975" b="1">
                <a:solidFill>
                  <a:srgbClr val="586C78"/>
                </a:solidFill>
                <a:latin typeface="Arial"/>
                <a:ea typeface="Arial"/>
                <a:cs typeface="Arial"/>
              </a:defRPr>
            </a:lvl2pPr>
            <a:lvl3pPr algn="l">
              <a:defRPr sz="975" b="1">
                <a:solidFill>
                  <a:srgbClr val="586C78"/>
                </a:solidFill>
                <a:latin typeface="Arial"/>
                <a:ea typeface="Arial"/>
                <a:cs typeface="Arial"/>
              </a:defRPr>
            </a:lvl3pPr>
            <a:lvl4pPr algn="l">
              <a:defRPr sz="975" b="1">
                <a:solidFill>
                  <a:srgbClr val="586C78"/>
                </a:solidFill>
                <a:latin typeface="Arial"/>
                <a:ea typeface="Arial"/>
                <a:cs typeface="Arial"/>
              </a:defRPr>
            </a:lvl4pPr>
            <a:lvl5pPr algn="l">
              <a:defRPr sz="975" b="1">
                <a:solidFill>
                  <a:srgbClr val="586C78"/>
                </a:solidFill>
                <a:latin typeface="Arial"/>
                <a:ea typeface="Arial"/>
                <a:cs typeface="Arial"/>
              </a:defRPr>
            </a:lvl5pPr>
            <a:lvl6pPr algn="l">
              <a:defRPr sz="975" b="1">
                <a:solidFill>
                  <a:srgbClr val="586C78"/>
                </a:solidFill>
                <a:latin typeface="Arial"/>
                <a:ea typeface="Arial"/>
                <a:cs typeface="Arial"/>
              </a:defRPr>
            </a:lvl6pPr>
            <a:lvl7pPr algn="l">
              <a:defRPr sz="975" b="1">
                <a:solidFill>
                  <a:srgbClr val="586C78"/>
                </a:solidFill>
                <a:latin typeface="Arial"/>
                <a:ea typeface="Arial"/>
                <a:cs typeface="Arial"/>
              </a:defRPr>
            </a:lvl7pPr>
            <a:lvl8pPr algn="l">
              <a:defRPr sz="975" b="1">
                <a:solidFill>
                  <a:srgbClr val="586C78"/>
                </a:solidFill>
                <a:latin typeface="Arial"/>
                <a:ea typeface="Arial"/>
                <a:cs typeface="Arial"/>
              </a:defRPr>
            </a:lvl8pPr>
            <a:lvl9pPr algn="l">
              <a:defRPr sz="975" b="1">
                <a:solidFill>
                  <a:srgbClr val="586C78"/>
                </a:solidFill>
                <a:latin typeface="Arial"/>
                <a:ea typeface="Arial"/>
                <a:cs typeface="Arial"/>
              </a:defRPr>
            </a:lvl9pPr>
          </a:lstStyle>
          <a:p xmlns:a="http://schemas.openxmlformats.org/drawingml/2006/main">
            <a:pPr algn="l">
              <a:defRPr sz="975" b="1">
                <a:solidFill>
                  <a:srgbClr val="586C78"/>
                </a:solidFill>
                <a:latin typeface="Arial"/>
                <a:ea typeface="Arial"/>
                <a:cs typeface="Arial"/>
              </a:defRPr>
            </a:pPr>
            <a:r>
              <a:rPr sz="975" b="1">
                <a:solidFill>
                  <a:srgbClr val="586C78"/>
                </a:solidFill>
                <a:latin typeface="Arial"/>
                <a:ea typeface="Arial"/>
                <a:cs typeface="Arial"/>
              </a:rPr>
              <a:t>ROLE IN PROJECT</a:t>
            </a:r>
          </a:p>
        </p:txBody>
      </p:sp>
      <p:sp>
        <p:nvSpPr>
          <p:cNvPr id="7" name="">
            <a:extLst xmlns:a="http://schemas.openxmlformats.org/drawingml/2006/main">
              <a:ext uri="{FF2B5EF4-FFF2-40B4-BE49-F238E27FC236}">
                <a16:creationId xmlns:a16="http://schemas.microsoft.com/office/drawing/2014/main" id="{66557B31-730D-4D7F-9CAC-D400BB469154}"/>
              </a:ext>
            </a:extLst>
          </p:cNvPr>
          <p:cNvSpPr>
            <a:spLocks xmlns:a="http://schemas.openxmlformats.org/drawingml/2006/main" noGrp="1"/>
          </p:cNvSpPr>
          <p:nvPr/>
        </p:nvSpPr>
        <p:spPr>
          <a:xfrm xmlns:a="http://schemas.openxmlformats.org/drawingml/2006/main">
            <a:off x="7181850" y="14382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86C78"/>
                </a:solidFill>
                <a:latin typeface="Arial"/>
                <a:ea typeface="Arial"/>
                <a:cs typeface="Arial"/>
              </a:defRPr>
            </a:defPPr>
            <a:lvl1pPr algn="l">
              <a:defRPr sz="975" b="1">
                <a:solidFill>
                  <a:srgbClr val="586C78"/>
                </a:solidFill>
                <a:latin typeface="Arial"/>
                <a:ea typeface="Arial"/>
                <a:cs typeface="Arial"/>
              </a:defRPr>
            </a:lvl1pPr>
            <a:lvl2pPr algn="l">
              <a:defRPr sz="975" b="1">
                <a:solidFill>
                  <a:srgbClr val="586C78"/>
                </a:solidFill>
                <a:latin typeface="Arial"/>
                <a:ea typeface="Arial"/>
                <a:cs typeface="Arial"/>
              </a:defRPr>
            </a:lvl2pPr>
            <a:lvl3pPr algn="l">
              <a:defRPr sz="975" b="1">
                <a:solidFill>
                  <a:srgbClr val="586C78"/>
                </a:solidFill>
                <a:latin typeface="Arial"/>
                <a:ea typeface="Arial"/>
                <a:cs typeface="Arial"/>
              </a:defRPr>
            </a:lvl3pPr>
            <a:lvl4pPr algn="l">
              <a:defRPr sz="975" b="1">
                <a:solidFill>
                  <a:srgbClr val="586C78"/>
                </a:solidFill>
                <a:latin typeface="Arial"/>
                <a:ea typeface="Arial"/>
                <a:cs typeface="Arial"/>
              </a:defRPr>
            </a:lvl4pPr>
            <a:lvl5pPr algn="l">
              <a:defRPr sz="975" b="1">
                <a:solidFill>
                  <a:srgbClr val="586C78"/>
                </a:solidFill>
                <a:latin typeface="Arial"/>
                <a:ea typeface="Arial"/>
                <a:cs typeface="Arial"/>
              </a:defRPr>
            </a:lvl5pPr>
            <a:lvl6pPr algn="l">
              <a:defRPr sz="975" b="1">
                <a:solidFill>
                  <a:srgbClr val="586C78"/>
                </a:solidFill>
                <a:latin typeface="Arial"/>
                <a:ea typeface="Arial"/>
                <a:cs typeface="Arial"/>
              </a:defRPr>
            </a:lvl6pPr>
            <a:lvl7pPr algn="l">
              <a:defRPr sz="975" b="1">
                <a:solidFill>
                  <a:srgbClr val="586C78"/>
                </a:solidFill>
                <a:latin typeface="Arial"/>
                <a:ea typeface="Arial"/>
                <a:cs typeface="Arial"/>
              </a:defRPr>
            </a:lvl7pPr>
            <a:lvl8pPr algn="l">
              <a:defRPr sz="975" b="1">
                <a:solidFill>
                  <a:srgbClr val="586C78"/>
                </a:solidFill>
                <a:latin typeface="Arial"/>
                <a:ea typeface="Arial"/>
                <a:cs typeface="Arial"/>
              </a:defRPr>
            </a:lvl8pPr>
            <a:lvl9pPr algn="l">
              <a:defRPr sz="975" b="1">
                <a:solidFill>
                  <a:srgbClr val="586C78"/>
                </a:solidFill>
                <a:latin typeface="Arial"/>
                <a:ea typeface="Arial"/>
                <a:cs typeface="Arial"/>
              </a:defRPr>
            </a:lvl9pPr>
          </a:lstStyle>
          <a:p xmlns:a="http://schemas.openxmlformats.org/drawingml/2006/main">
            <a:pPr algn="l">
              <a:defRPr sz="975" b="1">
                <a:solidFill>
                  <a:srgbClr val="586C78"/>
                </a:solidFill>
                <a:latin typeface="Arial"/>
                <a:ea typeface="Arial"/>
                <a:cs typeface="Arial"/>
              </a:defRPr>
            </a:pPr>
            <a:r>
              <a:rPr sz="975" b="1">
                <a:solidFill>
                  <a:srgbClr val="586C78"/>
                </a:solidFill>
                <a:latin typeface="Arial"/>
                <a:ea typeface="Arial"/>
                <a:cs typeface="Arial"/>
              </a:rPr>
              <a:t>WHAT IS EXPORTED</a:t>
            </a:r>
          </a:p>
        </p:txBody>
      </p:sp>
      <p:sp>
        <p:nvSpPr>
          <p:cNvPr id="8" name="">
            <a:extLst xmlns:a="http://schemas.openxmlformats.org/drawingml/2006/main">
              <a:ext uri="{FF2B5EF4-FFF2-40B4-BE49-F238E27FC236}">
                <a16:creationId xmlns:a16="http://schemas.microsoft.com/office/drawing/2014/main" id="{9673EDAB-A08D-4AFE-9FAF-F17AC0E193C7}"/>
              </a:ext>
            </a:extLst>
          </p:cNvPr>
          <p:cNvSpPr>
            <a:spLocks xmlns:a="http://schemas.openxmlformats.org/drawingml/2006/main" noGrp="1"/>
          </p:cNvSpPr>
          <p:nvPr/>
        </p:nvSpPr>
        <p:spPr>
          <a:xfrm xmlns:a="http://schemas.openxmlformats.org/drawingml/2006/main">
            <a:off x="762000" y="1752600"/>
            <a:ext cx="10239375"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E58794-F69C-4D39-A67B-7AC8D2F75903}"/>
              </a:ext>
            </a:extLst>
          </p:cNvPr>
          <p:cNvSpPr>
            <a:spLocks xmlns:a="http://schemas.openxmlformats.org/drawingml/2006/main" noGrp="1"/>
          </p:cNvSpPr>
          <p:nvPr/>
        </p:nvSpPr>
        <p:spPr>
          <a:xfrm xmlns:a="http://schemas.openxmlformats.org/drawingml/2006/main">
            <a:off x="762000" y="19812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Open Buildings V3</a:t>
            </a:r>
          </a:p>
        </p:txBody>
      </p:sp>
      <p:sp>
        <p:nvSpPr>
          <p:cNvPr id="10" name="">
            <a:extLst xmlns:a="http://schemas.openxmlformats.org/drawingml/2006/main">
              <a:ext uri="{FF2B5EF4-FFF2-40B4-BE49-F238E27FC236}">
                <a16:creationId xmlns:a16="http://schemas.microsoft.com/office/drawing/2014/main" id="{8F0B6445-96B6-49FA-9980-8B441BBD37A4}"/>
              </a:ext>
            </a:extLst>
          </p:cNvPr>
          <p:cNvSpPr>
            <a:spLocks xmlns:a="http://schemas.openxmlformats.org/drawingml/2006/main" noGrp="1"/>
          </p:cNvSpPr>
          <p:nvPr/>
        </p:nvSpPr>
        <p:spPr>
          <a:xfrm xmlns:a="http://schemas.openxmlformats.org/drawingml/2006/main">
            <a:off x="3648075" y="19526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Google Research building-footprint predictions; source inference year recorded as 2023.</a:t>
            </a:r>
          </a:p>
        </p:txBody>
      </p:sp>
      <p:sp>
        <p:nvSpPr>
          <p:cNvPr id="11" name="">
            <a:extLst xmlns:a="http://schemas.openxmlformats.org/drawingml/2006/main">
              <a:ext uri="{FF2B5EF4-FFF2-40B4-BE49-F238E27FC236}">
                <a16:creationId xmlns:a16="http://schemas.microsoft.com/office/drawing/2014/main" id="{D169DE04-9BF2-4271-B500-65232D332ECA}"/>
              </a:ext>
            </a:extLst>
          </p:cNvPr>
          <p:cNvSpPr>
            <a:spLocks xmlns:a="http://schemas.openxmlformats.org/drawingml/2006/main" noGrp="1"/>
          </p:cNvSpPr>
          <p:nvPr/>
        </p:nvSpPr>
        <p:spPr>
          <a:xfrm xmlns:a="http://schemas.openxmlformats.org/drawingml/2006/main">
            <a:off x="7181850" y="1952625"/>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Model confidence score; polygon geometry; clipped area in m².</a:t>
            </a:r>
          </a:p>
        </p:txBody>
      </p:sp>
      <p:sp>
        <p:nvSpPr>
          <p:cNvPr id="12" name="">
            <a:extLst xmlns:a="http://schemas.openxmlformats.org/drawingml/2006/main">
              <a:ext uri="{FF2B5EF4-FFF2-40B4-BE49-F238E27FC236}">
                <a16:creationId xmlns:a16="http://schemas.microsoft.com/office/drawing/2014/main" id="{30554349-191F-44DA-9B76-DF77217740CC}"/>
              </a:ext>
            </a:extLst>
          </p:cNvPr>
          <p:cNvSpPr>
            <a:spLocks xmlns:a="http://schemas.openxmlformats.org/drawingml/2006/main" noGrp="1"/>
          </p:cNvSpPr>
          <p:nvPr/>
        </p:nvSpPr>
        <p:spPr>
          <a:xfrm xmlns:a="http://schemas.openxmlformats.org/drawingml/2006/main">
            <a:off x="762000" y="2905125"/>
            <a:ext cx="10239375"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604D82-324D-4AEA-9B4D-A9C912C1155F}"/>
              </a:ext>
            </a:extLst>
          </p:cNvPr>
          <p:cNvSpPr>
            <a:spLocks xmlns:a="http://schemas.openxmlformats.org/drawingml/2006/main" noGrp="1"/>
          </p:cNvSpPr>
          <p:nvPr/>
        </p:nvSpPr>
        <p:spPr>
          <a:xfrm xmlns:a="http://schemas.openxmlformats.org/drawingml/2006/main">
            <a:off x="762000" y="31242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FAO GAUL 2025</a:t>
            </a:r>
          </a:p>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level 2</a:t>
            </a:r>
          </a:p>
        </p:txBody>
      </p:sp>
      <p:sp>
        <p:nvSpPr>
          <p:cNvPr id="14" name="">
            <a:extLst xmlns:a="http://schemas.openxmlformats.org/drawingml/2006/main">
              <a:ext uri="{FF2B5EF4-FFF2-40B4-BE49-F238E27FC236}">
                <a16:creationId xmlns:a16="http://schemas.microsoft.com/office/drawing/2014/main" id="{AB626B7F-F691-4FD7-8800-E795F031F0B9}"/>
              </a:ext>
            </a:extLst>
          </p:cNvPr>
          <p:cNvSpPr>
            <a:spLocks xmlns:a="http://schemas.openxmlformats.org/drawingml/2006/main" noGrp="1"/>
          </p:cNvSpPr>
          <p:nvPr/>
        </p:nvSpPr>
        <p:spPr>
          <a:xfrm xmlns:a="http://schemas.openxmlformats.org/drawingml/2006/main">
            <a:off x="3648075" y="31051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Provides administrative boundaries; notebook filters to Lagos and prompts for an LGA.</a:t>
            </a:r>
          </a:p>
        </p:txBody>
      </p:sp>
      <p:sp>
        <p:nvSpPr>
          <p:cNvPr id="15" name="">
            <a:extLst xmlns:a="http://schemas.openxmlformats.org/drawingml/2006/main">
              <a:ext uri="{FF2B5EF4-FFF2-40B4-BE49-F238E27FC236}">
                <a16:creationId xmlns:a16="http://schemas.microsoft.com/office/drawing/2014/main" id="{BA419254-A779-46E9-83C3-8AA057161E58}"/>
              </a:ext>
            </a:extLst>
          </p:cNvPr>
          <p:cNvSpPr>
            <a:spLocks xmlns:a="http://schemas.openxmlformats.org/drawingml/2006/main" noGrp="1"/>
          </p:cNvSpPr>
          <p:nvPr/>
        </p:nvSpPr>
        <p:spPr>
          <a:xfrm xmlns:a="http://schemas.openxmlformats.org/drawingml/2006/main">
            <a:off x="7181850" y="31051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Selected boundary geometry and boundary area metadata.</a:t>
            </a:r>
          </a:p>
        </p:txBody>
      </p:sp>
      <p:sp>
        <p:nvSpPr>
          <p:cNvPr id="16" name="">
            <a:extLst xmlns:a="http://schemas.openxmlformats.org/drawingml/2006/main">
              <a:ext uri="{FF2B5EF4-FFF2-40B4-BE49-F238E27FC236}">
                <a16:creationId xmlns:a16="http://schemas.microsoft.com/office/drawing/2014/main" id="{68CD9952-53B5-493F-B121-07F89E2E509E}"/>
              </a:ext>
            </a:extLst>
          </p:cNvPr>
          <p:cNvSpPr>
            <a:spLocks xmlns:a="http://schemas.openxmlformats.org/drawingml/2006/main" noGrp="1"/>
          </p:cNvSpPr>
          <p:nvPr/>
        </p:nvSpPr>
        <p:spPr>
          <a:xfrm xmlns:a="http://schemas.openxmlformats.org/drawingml/2006/main">
            <a:off x="762000" y="4171950"/>
            <a:ext cx="10239375"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914AEE-8DB7-4DFA-AEE9-A84E364FCF21}"/>
              </a:ext>
            </a:extLst>
          </p:cNvPr>
          <p:cNvSpPr>
            <a:spLocks xmlns:a="http://schemas.openxmlformats.org/drawingml/2006/main" noGrp="1"/>
          </p:cNvSpPr>
          <p:nvPr/>
        </p:nvSpPr>
        <p:spPr>
          <a:xfrm xmlns:a="http://schemas.openxmlformats.org/drawingml/2006/main">
            <a:off x="762000" y="4419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Run settings</a:t>
            </a:r>
          </a:p>
        </p:txBody>
      </p:sp>
      <p:sp>
        <p:nvSpPr>
          <p:cNvPr id="18" name="">
            <a:extLst xmlns:a="http://schemas.openxmlformats.org/drawingml/2006/main">
              <a:ext uri="{FF2B5EF4-FFF2-40B4-BE49-F238E27FC236}">
                <a16:creationId xmlns:a16="http://schemas.microsoft.com/office/drawing/2014/main" id="{A14CC196-0348-47F3-B105-509626FFFC74}"/>
              </a:ext>
            </a:extLst>
          </p:cNvPr>
          <p:cNvSpPr>
            <a:spLocks xmlns:a="http://schemas.openxmlformats.org/drawingml/2006/main" noGrp="1"/>
          </p:cNvSpPr>
          <p:nvPr/>
        </p:nvSpPr>
        <p:spPr>
          <a:xfrm xmlns:a="http://schemas.openxmlformats.org/drawingml/2006/main">
            <a:off x="3648075" y="43815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User selects the LGA and a confidence cutoff from 0.00 to 1.00.</a:t>
            </a:r>
          </a:p>
        </p:txBody>
      </p:sp>
      <p:sp>
        <p:nvSpPr>
          <p:cNvPr id="19" name="">
            <a:extLst xmlns:a="http://schemas.openxmlformats.org/drawingml/2006/main">
              <a:ext uri="{FF2B5EF4-FFF2-40B4-BE49-F238E27FC236}">
                <a16:creationId xmlns:a16="http://schemas.microsoft.com/office/drawing/2014/main" id="{4D919684-0DE9-4CE2-AD28-6181728370F8}"/>
              </a:ext>
            </a:extLst>
          </p:cNvPr>
          <p:cNvSpPr>
            <a:spLocks xmlns:a="http://schemas.openxmlformats.org/drawingml/2006/main" noGrp="1"/>
          </p:cNvSpPr>
          <p:nvPr/>
        </p:nvSpPr>
        <p:spPr>
          <a:xfrm xmlns:a="http://schemas.openxmlformats.org/drawingml/2006/main">
            <a:off x="7181850" y="43815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Threshold, count, export time, source name, year, and license in CSV.</a:t>
            </a:r>
          </a:p>
        </p:txBody>
      </p:sp>
      <p:sp>
        <p:nvSpPr>
          <p:cNvPr id="20" name="">
            <a:extLst xmlns:a="http://schemas.openxmlformats.org/drawingml/2006/main">
              <a:ext uri="{FF2B5EF4-FFF2-40B4-BE49-F238E27FC236}">
                <a16:creationId xmlns:a16="http://schemas.microsoft.com/office/drawing/2014/main" id="{A0D94CC4-4057-461E-85EE-6148A6B9F512}"/>
              </a:ext>
            </a:extLst>
          </p:cNvPr>
          <p:cNvSpPr>
            <a:spLocks xmlns:a="http://schemas.openxmlformats.org/drawingml/2006/main" noGrp="1"/>
          </p:cNvSpPr>
          <p:nvPr/>
        </p:nvSpPr>
        <p:spPr>
          <a:xfrm xmlns:a="http://schemas.openxmlformats.org/drawingml/2006/main">
            <a:off x="762000" y="5572125"/>
            <a:ext cx="1023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Reuse credits: Google Research Open Buildings V3 and FAO GAUL 2025 under CC BY 4.0.</a:t>
            </a:r>
          </a:p>
        </p:txBody>
      </p:sp>
    </p:spTree>
    <p:extLst>
      <p:ext uri="{BB962C8B-B14F-4D97-AF65-F5344CB8AC3E}">
        <p14:creationId xmlns:p14="http://schemas.microsoft.com/office/powerpoint/2010/main" val="371296148"/>
      </p:ext>
    </p:extLst>
  </p:cSld>
</p:sld>
</file>

<file path=ppt/slides/slide4.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597F851-9551-4CB2-9DBD-F3AA1A5C645F}"/>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03  /  STUDY AREA</a:t>
            </a:r>
          </a:p>
        </p:txBody>
      </p:sp>
      <p:sp>
        <p:nvSpPr>
          <p:cNvPr id="2" name="">
            <a:extLst xmlns:a="http://schemas.openxmlformats.org/drawingml/2006/main">
              <a:ext uri="{FF2B5EF4-FFF2-40B4-BE49-F238E27FC236}">
                <a16:creationId xmlns:a16="http://schemas.microsoft.com/office/drawing/2014/main" id="{FFE1FAD7-C294-4049-9017-8C8283C31AE9}"/>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Study area: Ikeja LGA</a:t>
            </a:r>
          </a:p>
        </p:txBody>
      </p:sp>
      <p:sp>
        <p:nvSpPr>
          <p:cNvPr id="3" name="">
            <a:extLst xmlns:a="http://schemas.openxmlformats.org/drawingml/2006/main">
              <a:ext uri="{FF2B5EF4-FFF2-40B4-BE49-F238E27FC236}">
                <a16:creationId xmlns:a16="http://schemas.microsoft.com/office/drawing/2014/main" id="{0C81316C-913B-4190-A284-2DEBB9D7A63D}"/>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937E4E-BBCA-4A53-B241-551426269458}"/>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04 / 12</a:t>
            </a:r>
          </a:p>
        </p:txBody>
      </p:sp>
      <p:pic>
        <p:nvPicPr>
          <p:cNvPr id="5" name="">
            <a:extLst xmlns:a="http://schemas.openxmlformats.org/drawingml/2006/main">
              <a:ext uri="{FF2B5EF4-FFF2-40B4-BE49-F238E27FC236}">
                <a16:creationId xmlns:a16="http://schemas.microsoft.com/office/drawing/2014/main" id="{BA3B465A-9E5B-4B95-90D0-CBCE94D74FD8}"/>
              </a:ext>
            </a:extLst>
          </p:cNvPr>
          <p:cNvPicPr>
            <a:picLocks xmlns:a="http://schemas.openxmlformats.org/drawingml/2006/main" noChangeAspect="1"/>
          </p:cNvPicPr>
          <p:nvPr/>
        </p:nvPicPr>
        <p:blipFill>
          <a:blip xmlns:r="http://schemas.openxmlformats.org/officeDocument/2006/relationships" xmlns:a="http://schemas.openxmlformats.org/drawingml/2006/main" r:embed="Red41f06cdbcb4b1a"/>
          <a:stretch xmlns:a="http://schemas.openxmlformats.org/drawingml/2006/main"/>
        </p:blipFill>
        <p:spPr>
          <a:xfrm xmlns:a="http://schemas.openxmlformats.org/drawingml/2006/main">
            <a:off x="991625" y="1276350"/>
            <a:ext cx="6313025" cy="4533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ADD37AE-1789-451B-90C7-BF181DB19DCF}"/>
              </a:ext>
            </a:extLst>
          </p:cNvPr>
          <p:cNvSpPr>
            <a:spLocks xmlns:a="http://schemas.openxmlformats.org/drawingml/2006/main" noGrp="1"/>
          </p:cNvSpPr>
          <p:nvPr/>
        </p:nvSpPr>
        <p:spPr>
          <a:xfrm xmlns:a="http://schemas.openxmlformats.org/drawingml/2006/main">
            <a:off x="8020050" y="1447800"/>
            <a:ext cx="28575" cy="4171950"/>
          </a:xfrm>
          <a:prstGeom xmlns:a="http://schemas.openxmlformats.org/drawingml/2006/main" prst="rect">
            <a:avLst/>
          </a:prstGeom>
          <a:solidFill xmlns:a="http://schemas.openxmlformats.org/drawingml/2006/main">
            <a:srgbClr val="0083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EE6BAA-5193-4F09-AEB1-2C23E6D98AF0}"/>
              </a:ext>
            </a:extLst>
          </p:cNvPr>
          <p:cNvSpPr>
            <a:spLocks xmlns:a="http://schemas.openxmlformats.org/drawingml/2006/main" noGrp="1"/>
          </p:cNvSpPr>
          <p:nvPr/>
        </p:nvSpPr>
        <p:spPr>
          <a:xfrm xmlns:a="http://schemas.openxmlformats.org/drawingml/2006/main">
            <a:off x="8362950" y="15716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5344D"/>
                </a:solidFill>
                <a:latin typeface="Arial"/>
                <a:ea typeface="Arial"/>
                <a:cs typeface="Arial"/>
              </a:defRPr>
            </a:defPPr>
            <a:lvl1pPr algn="l">
              <a:defRPr sz="2400" b="1">
                <a:solidFill>
                  <a:srgbClr val="15344D"/>
                </a:solidFill>
                <a:latin typeface="Arial"/>
                <a:ea typeface="Arial"/>
                <a:cs typeface="Arial"/>
              </a:defRPr>
            </a:lvl1pPr>
            <a:lvl2pPr algn="l">
              <a:defRPr sz="2400" b="1">
                <a:solidFill>
                  <a:srgbClr val="15344D"/>
                </a:solidFill>
                <a:latin typeface="Arial"/>
                <a:ea typeface="Arial"/>
                <a:cs typeface="Arial"/>
              </a:defRPr>
            </a:lvl2pPr>
            <a:lvl3pPr algn="l">
              <a:defRPr sz="2400" b="1">
                <a:solidFill>
                  <a:srgbClr val="15344D"/>
                </a:solidFill>
                <a:latin typeface="Arial"/>
                <a:ea typeface="Arial"/>
                <a:cs typeface="Arial"/>
              </a:defRPr>
            </a:lvl3pPr>
            <a:lvl4pPr algn="l">
              <a:defRPr sz="2400" b="1">
                <a:solidFill>
                  <a:srgbClr val="15344D"/>
                </a:solidFill>
                <a:latin typeface="Arial"/>
                <a:ea typeface="Arial"/>
                <a:cs typeface="Arial"/>
              </a:defRPr>
            </a:lvl4pPr>
            <a:lvl5pPr algn="l">
              <a:defRPr sz="2400" b="1">
                <a:solidFill>
                  <a:srgbClr val="15344D"/>
                </a:solidFill>
                <a:latin typeface="Arial"/>
                <a:ea typeface="Arial"/>
                <a:cs typeface="Arial"/>
              </a:defRPr>
            </a:lvl5pPr>
            <a:lvl6pPr algn="l">
              <a:defRPr sz="2400" b="1">
                <a:solidFill>
                  <a:srgbClr val="15344D"/>
                </a:solidFill>
                <a:latin typeface="Arial"/>
                <a:ea typeface="Arial"/>
                <a:cs typeface="Arial"/>
              </a:defRPr>
            </a:lvl6pPr>
            <a:lvl7pPr algn="l">
              <a:defRPr sz="2400" b="1">
                <a:solidFill>
                  <a:srgbClr val="15344D"/>
                </a:solidFill>
                <a:latin typeface="Arial"/>
                <a:ea typeface="Arial"/>
                <a:cs typeface="Arial"/>
              </a:defRPr>
            </a:lvl7pPr>
            <a:lvl8pPr algn="l">
              <a:defRPr sz="2400" b="1">
                <a:solidFill>
                  <a:srgbClr val="15344D"/>
                </a:solidFill>
                <a:latin typeface="Arial"/>
                <a:ea typeface="Arial"/>
                <a:cs typeface="Arial"/>
              </a:defRPr>
            </a:lvl8pPr>
            <a:lvl9pPr algn="l">
              <a:defRPr sz="2400" b="1">
                <a:solidFill>
                  <a:srgbClr val="15344D"/>
                </a:solidFill>
                <a:latin typeface="Arial"/>
                <a:ea typeface="Arial"/>
                <a:cs typeface="Arial"/>
              </a:defRPr>
            </a:lvl9pPr>
          </a:lstStyle>
          <a:p xmlns:a="http://schemas.openxmlformats.org/drawingml/2006/main">
            <a:pPr algn="l">
              <a:defRPr sz="2400" b="1">
                <a:solidFill>
                  <a:srgbClr val="15344D"/>
                </a:solidFill>
                <a:latin typeface="Arial"/>
                <a:ea typeface="Arial"/>
                <a:cs typeface="Arial"/>
              </a:defRPr>
            </a:pPr>
            <a:r>
              <a:rPr sz="2400" b="1">
                <a:solidFill>
                  <a:srgbClr val="15344D"/>
                </a:solidFill>
                <a:latin typeface="Arial"/>
                <a:ea typeface="Arial"/>
                <a:cs typeface="Arial"/>
              </a:rPr>
              <a:t>46.016 km²</a:t>
            </a:r>
          </a:p>
        </p:txBody>
      </p:sp>
      <p:sp>
        <p:nvSpPr>
          <p:cNvPr id="8" name="">
            <a:extLst xmlns:a="http://schemas.openxmlformats.org/drawingml/2006/main">
              <a:ext uri="{FF2B5EF4-FFF2-40B4-BE49-F238E27FC236}">
                <a16:creationId xmlns:a16="http://schemas.microsoft.com/office/drawing/2014/main" id="{49CC5BAF-DC9B-4703-9135-113A4FC6EF66}"/>
              </a:ext>
            </a:extLst>
          </p:cNvPr>
          <p:cNvSpPr>
            <a:spLocks xmlns:a="http://schemas.openxmlformats.org/drawingml/2006/main" noGrp="1"/>
          </p:cNvSpPr>
          <p:nvPr/>
        </p:nvSpPr>
        <p:spPr>
          <a:xfrm xmlns:a="http://schemas.openxmlformats.org/drawingml/2006/main">
            <a:off x="8382000" y="204787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boundary area reported in export CSV</a:t>
            </a:r>
          </a:p>
        </p:txBody>
      </p:sp>
      <p:sp>
        <p:nvSpPr>
          <p:cNvPr id="9" name="">
            <a:extLst xmlns:a="http://schemas.openxmlformats.org/drawingml/2006/main">
              <a:ext uri="{FF2B5EF4-FFF2-40B4-BE49-F238E27FC236}">
                <a16:creationId xmlns:a16="http://schemas.microsoft.com/office/drawing/2014/main" id="{23C1F88F-8BBA-4647-8B42-E935D551B8A8}"/>
              </a:ext>
            </a:extLst>
          </p:cNvPr>
          <p:cNvSpPr>
            <a:spLocks xmlns:a="http://schemas.openxmlformats.org/drawingml/2006/main" noGrp="1"/>
          </p:cNvSpPr>
          <p:nvPr/>
        </p:nvSpPr>
        <p:spPr>
          <a:xfrm xmlns:a="http://schemas.openxmlformats.org/drawingml/2006/main">
            <a:off x="8362950" y="2857500"/>
            <a:ext cx="295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00836E"/>
                </a:solidFill>
                <a:latin typeface="Arial"/>
                <a:ea typeface="Arial"/>
                <a:cs typeface="Arial"/>
              </a:defRPr>
            </a:defPPr>
            <a:lvl1pPr algn="l">
              <a:defRPr sz="2925" b="1">
                <a:solidFill>
                  <a:srgbClr val="00836E"/>
                </a:solidFill>
                <a:latin typeface="Arial"/>
                <a:ea typeface="Arial"/>
                <a:cs typeface="Arial"/>
              </a:defRPr>
            </a:lvl1pPr>
            <a:lvl2pPr algn="l">
              <a:defRPr sz="2925" b="1">
                <a:solidFill>
                  <a:srgbClr val="00836E"/>
                </a:solidFill>
                <a:latin typeface="Arial"/>
                <a:ea typeface="Arial"/>
                <a:cs typeface="Arial"/>
              </a:defRPr>
            </a:lvl2pPr>
            <a:lvl3pPr algn="l">
              <a:defRPr sz="2925" b="1">
                <a:solidFill>
                  <a:srgbClr val="00836E"/>
                </a:solidFill>
                <a:latin typeface="Arial"/>
                <a:ea typeface="Arial"/>
                <a:cs typeface="Arial"/>
              </a:defRPr>
            </a:lvl3pPr>
            <a:lvl4pPr algn="l">
              <a:defRPr sz="2925" b="1">
                <a:solidFill>
                  <a:srgbClr val="00836E"/>
                </a:solidFill>
                <a:latin typeface="Arial"/>
                <a:ea typeface="Arial"/>
                <a:cs typeface="Arial"/>
              </a:defRPr>
            </a:lvl4pPr>
            <a:lvl5pPr algn="l">
              <a:defRPr sz="2925" b="1">
                <a:solidFill>
                  <a:srgbClr val="00836E"/>
                </a:solidFill>
                <a:latin typeface="Arial"/>
                <a:ea typeface="Arial"/>
                <a:cs typeface="Arial"/>
              </a:defRPr>
            </a:lvl5pPr>
            <a:lvl6pPr algn="l">
              <a:defRPr sz="2925" b="1">
                <a:solidFill>
                  <a:srgbClr val="00836E"/>
                </a:solidFill>
                <a:latin typeface="Arial"/>
                <a:ea typeface="Arial"/>
                <a:cs typeface="Arial"/>
              </a:defRPr>
            </a:lvl6pPr>
            <a:lvl7pPr algn="l">
              <a:defRPr sz="2925" b="1">
                <a:solidFill>
                  <a:srgbClr val="00836E"/>
                </a:solidFill>
                <a:latin typeface="Arial"/>
                <a:ea typeface="Arial"/>
                <a:cs typeface="Arial"/>
              </a:defRPr>
            </a:lvl7pPr>
            <a:lvl8pPr algn="l">
              <a:defRPr sz="2925" b="1">
                <a:solidFill>
                  <a:srgbClr val="00836E"/>
                </a:solidFill>
                <a:latin typeface="Arial"/>
                <a:ea typeface="Arial"/>
                <a:cs typeface="Arial"/>
              </a:defRPr>
            </a:lvl8pPr>
            <a:lvl9pPr algn="l">
              <a:defRPr sz="2925" b="1">
                <a:solidFill>
                  <a:srgbClr val="00836E"/>
                </a:solidFill>
                <a:latin typeface="Arial"/>
                <a:ea typeface="Arial"/>
                <a:cs typeface="Arial"/>
              </a:defRPr>
            </a:lvl9pPr>
          </a:lstStyle>
          <a:p xmlns:a="http://schemas.openxmlformats.org/drawingml/2006/main">
            <a:pPr algn="l">
              <a:defRPr sz="2925" b="1">
                <a:solidFill>
                  <a:srgbClr val="00836E"/>
                </a:solidFill>
                <a:latin typeface="Arial"/>
                <a:ea typeface="Arial"/>
                <a:cs typeface="Arial"/>
              </a:defRPr>
            </a:pPr>
            <a:r>
              <a:rPr sz="2925" b="1">
                <a:solidFill>
                  <a:srgbClr val="00836E"/>
                </a:solidFill>
                <a:latin typeface="Arial"/>
                <a:ea typeface="Arial"/>
                <a:cs typeface="Arial"/>
              </a:rPr>
              <a:t>53,437</a:t>
            </a:r>
          </a:p>
        </p:txBody>
      </p:sp>
      <p:sp>
        <p:nvSpPr>
          <p:cNvPr id="10" name="">
            <a:extLst xmlns:a="http://schemas.openxmlformats.org/drawingml/2006/main">
              <a:ext uri="{FF2B5EF4-FFF2-40B4-BE49-F238E27FC236}">
                <a16:creationId xmlns:a16="http://schemas.microsoft.com/office/drawing/2014/main" id="{0C0D47E8-6371-430B-92DA-DBA71CD19D84}"/>
              </a:ext>
            </a:extLst>
          </p:cNvPr>
          <p:cNvSpPr>
            <a:spLocks xmlns:a="http://schemas.openxmlformats.org/drawingml/2006/main" noGrp="1"/>
          </p:cNvSpPr>
          <p:nvPr/>
        </p:nvSpPr>
        <p:spPr>
          <a:xfrm xmlns:a="http://schemas.openxmlformats.org/drawingml/2006/main">
            <a:off x="8382000" y="3371850"/>
            <a:ext cx="2933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clipped predictions at confidence ≥ 0.75</a:t>
            </a:r>
          </a:p>
        </p:txBody>
      </p:sp>
      <p:sp>
        <p:nvSpPr>
          <p:cNvPr id="11" name="">
            <a:extLst xmlns:a="http://schemas.openxmlformats.org/drawingml/2006/main">
              <a:ext uri="{FF2B5EF4-FFF2-40B4-BE49-F238E27FC236}">
                <a16:creationId xmlns:a16="http://schemas.microsoft.com/office/drawing/2014/main" id="{AAB3C525-756B-4A51-AEF5-98F0E1EDC827}"/>
              </a:ext>
            </a:extLst>
          </p:cNvPr>
          <p:cNvSpPr>
            <a:spLocks xmlns:a="http://schemas.openxmlformats.org/drawingml/2006/main" noGrp="1"/>
          </p:cNvSpPr>
          <p:nvPr/>
        </p:nvSpPr>
        <p:spPr>
          <a:xfrm xmlns:a="http://schemas.openxmlformats.org/drawingml/2006/main">
            <a:off x="8362950" y="419100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9D4A3A"/>
                </a:solidFill>
                <a:latin typeface="Arial"/>
                <a:ea typeface="Arial"/>
                <a:cs typeface="Arial"/>
              </a:defRPr>
            </a:defPPr>
            <a:lvl1pPr algn="l">
              <a:defRPr sz="1425" b="1">
                <a:solidFill>
                  <a:srgbClr val="9D4A3A"/>
                </a:solidFill>
                <a:latin typeface="Arial"/>
                <a:ea typeface="Arial"/>
                <a:cs typeface="Arial"/>
              </a:defRPr>
            </a:lvl1pPr>
            <a:lvl2pPr algn="l">
              <a:defRPr sz="1425" b="1">
                <a:solidFill>
                  <a:srgbClr val="9D4A3A"/>
                </a:solidFill>
                <a:latin typeface="Arial"/>
                <a:ea typeface="Arial"/>
                <a:cs typeface="Arial"/>
              </a:defRPr>
            </a:lvl2pPr>
            <a:lvl3pPr algn="l">
              <a:defRPr sz="1425" b="1">
                <a:solidFill>
                  <a:srgbClr val="9D4A3A"/>
                </a:solidFill>
                <a:latin typeface="Arial"/>
                <a:ea typeface="Arial"/>
                <a:cs typeface="Arial"/>
              </a:defRPr>
            </a:lvl3pPr>
            <a:lvl4pPr algn="l">
              <a:defRPr sz="1425" b="1">
                <a:solidFill>
                  <a:srgbClr val="9D4A3A"/>
                </a:solidFill>
                <a:latin typeface="Arial"/>
                <a:ea typeface="Arial"/>
                <a:cs typeface="Arial"/>
              </a:defRPr>
            </a:lvl4pPr>
            <a:lvl5pPr algn="l">
              <a:defRPr sz="1425" b="1">
                <a:solidFill>
                  <a:srgbClr val="9D4A3A"/>
                </a:solidFill>
                <a:latin typeface="Arial"/>
                <a:ea typeface="Arial"/>
                <a:cs typeface="Arial"/>
              </a:defRPr>
            </a:lvl5pPr>
            <a:lvl6pPr algn="l">
              <a:defRPr sz="1425" b="1">
                <a:solidFill>
                  <a:srgbClr val="9D4A3A"/>
                </a:solidFill>
                <a:latin typeface="Arial"/>
                <a:ea typeface="Arial"/>
                <a:cs typeface="Arial"/>
              </a:defRPr>
            </a:lvl6pPr>
            <a:lvl7pPr algn="l">
              <a:defRPr sz="1425" b="1">
                <a:solidFill>
                  <a:srgbClr val="9D4A3A"/>
                </a:solidFill>
                <a:latin typeface="Arial"/>
                <a:ea typeface="Arial"/>
                <a:cs typeface="Arial"/>
              </a:defRPr>
            </a:lvl7pPr>
            <a:lvl8pPr algn="l">
              <a:defRPr sz="1425" b="1">
                <a:solidFill>
                  <a:srgbClr val="9D4A3A"/>
                </a:solidFill>
                <a:latin typeface="Arial"/>
                <a:ea typeface="Arial"/>
                <a:cs typeface="Arial"/>
              </a:defRPr>
            </a:lvl8pPr>
            <a:lvl9pPr algn="l">
              <a:defRPr sz="1425" b="1">
                <a:solidFill>
                  <a:srgbClr val="9D4A3A"/>
                </a:solidFill>
                <a:latin typeface="Arial"/>
                <a:ea typeface="Arial"/>
                <a:cs typeface="Arial"/>
              </a:defRPr>
            </a:lvl9pPr>
          </a:lstStyle>
          <a:p xmlns:a="http://schemas.openxmlformats.org/drawingml/2006/main">
            <a:pPr algn="l">
              <a:defRPr sz="1425" b="1">
                <a:solidFill>
                  <a:srgbClr val="9D4A3A"/>
                </a:solidFill>
                <a:latin typeface="Arial"/>
                <a:ea typeface="Arial"/>
                <a:cs typeface="Arial"/>
              </a:defRPr>
            </a:pPr>
            <a:r>
              <a:rPr sz="1425" b="1">
                <a:solidFill>
                  <a:srgbClr val="9D4A3A"/>
                </a:solidFill>
                <a:latin typeface="Arial"/>
                <a:ea typeface="Arial"/>
                <a:cs typeface="Arial"/>
              </a:rPr>
              <a:t>Boundary caveat</a:t>
            </a:r>
          </a:p>
        </p:txBody>
      </p:sp>
      <p:sp>
        <p:nvSpPr>
          <p:cNvPr id="12" name="">
            <a:extLst xmlns:a="http://schemas.openxmlformats.org/drawingml/2006/main">
              <a:ext uri="{FF2B5EF4-FFF2-40B4-BE49-F238E27FC236}">
                <a16:creationId xmlns:a16="http://schemas.microsoft.com/office/drawing/2014/main" id="{2443CDAD-00E2-4260-A8DC-01A55738A722}"/>
              </a:ext>
            </a:extLst>
          </p:cNvPr>
          <p:cNvSpPr>
            <a:spLocks xmlns:a="http://schemas.openxmlformats.org/drawingml/2006/main" noGrp="1"/>
          </p:cNvSpPr>
          <p:nvPr/>
        </p:nvSpPr>
        <p:spPr>
          <a:xfrm xmlns:a="http://schemas.openxmlformats.org/drawingml/2006/main">
            <a:off x="8362950" y="4562475"/>
            <a:ext cx="29432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The supplied files omit the matching boundary GeoJSON. The map shows the exported feature extent; exact LGA containment is pending.</a:t>
            </a:r>
          </a:p>
        </p:txBody>
      </p:sp>
      <p:sp>
        <p:nvSpPr>
          <p:cNvPr id="13" name="">
            <a:extLst xmlns:a="http://schemas.openxmlformats.org/drawingml/2006/main">
              <a:ext uri="{FF2B5EF4-FFF2-40B4-BE49-F238E27FC236}">
                <a16:creationId xmlns:a16="http://schemas.microsoft.com/office/drawing/2014/main" id="{99F0F575-211D-46BC-96A5-921FBC7A89E8}"/>
              </a:ext>
            </a:extLst>
          </p:cNvPr>
          <p:cNvSpPr>
            <a:spLocks xmlns:a="http://schemas.openxmlformats.org/drawingml/2006/main" noGrp="1"/>
          </p:cNvSpPr>
          <p:nvPr/>
        </p:nvSpPr>
        <p:spPr>
          <a:xfrm xmlns:a="http://schemas.openxmlformats.org/drawingml/2006/main">
            <a:off x="8362950" y="554355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86C78"/>
                </a:solidFill>
                <a:latin typeface="Arial"/>
                <a:ea typeface="Arial"/>
                <a:cs typeface="Arial"/>
              </a:defRPr>
            </a:defPPr>
            <a:lvl1pPr algn="l">
              <a:defRPr sz="1125" b="1">
                <a:solidFill>
                  <a:srgbClr val="586C78"/>
                </a:solidFill>
                <a:latin typeface="Arial"/>
                <a:ea typeface="Arial"/>
                <a:cs typeface="Arial"/>
              </a:defRPr>
            </a:lvl1pPr>
            <a:lvl2pPr algn="l">
              <a:defRPr sz="1125" b="1">
                <a:solidFill>
                  <a:srgbClr val="586C78"/>
                </a:solidFill>
                <a:latin typeface="Arial"/>
                <a:ea typeface="Arial"/>
                <a:cs typeface="Arial"/>
              </a:defRPr>
            </a:lvl2pPr>
            <a:lvl3pPr algn="l">
              <a:defRPr sz="1125" b="1">
                <a:solidFill>
                  <a:srgbClr val="586C78"/>
                </a:solidFill>
                <a:latin typeface="Arial"/>
                <a:ea typeface="Arial"/>
                <a:cs typeface="Arial"/>
              </a:defRPr>
            </a:lvl3pPr>
            <a:lvl4pPr algn="l">
              <a:defRPr sz="1125" b="1">
                <a:solidFill>
                  <a:srgbClr val="586C78"/>
                </a:solidFill>
                <a:latin typeface="Arial"/>
                <a:ea typeface="Arial"/>
                <a:cs typeface="Arial"/>
              </a:defRPr>
            </a:lvl4pPr>
            <a:lvl5pPr algn="l">
              <a:defRPr sz="1125" b="1">
                <a:solidFill>
                  <a:srgbClr val="586C78"/>
                </a:solidFill>
                <a:latin typeface="Arial"/>
                <a:ea typeface="Arial"/>
                <a:cs typeface="Arial"/>
              </a:defRPr>
            </a:lvl5pPr>
            <a:lvl6pPr algn="l">
              <a:defRPr sz="1125" b="1">
                <a:solidFill>
                  <a:srgbClr val="586C78"/>
                </a:solidFill>
                <a:latin typeface="Arial"/>
                <a:ea typeface="Arial"/>
                <a:cs typeface="Arial"/>
              </a:defRPr>
            </a:lvl6pPr>
            <a:lvl7pPr algn="l">
              <a:defRPr sz="1125" b="1">
                <a:solidFill>
                  <a:srgbClr val="586C78"/>
                </a:solidFill>
                <a:latin typeface="Arial"/>
                <a:ea typeface="Arial"/>
                <a:cs typeface="Arial"/>
              </a:defRPr>
            </a:lvl7pPr>
            <a:lvl8pPr algn="l">
              <a:defRPr sz="1125" b="1">
                <a:solidFill>
                  <a:srgbClr val="586C78"/>
                </a:solidFill>
                <a:latin typeface="Arial"/>
                <a:ea typeface="Arial"/>
                <a:cs typeface="Arial"/>
              </a:defRPr>
            </a:lvl8pPr>
            <a:lvl9pPr algn="l">
              <a:defRPr sz="1125" b="1">
                <a:solidFill>
                  <a:srgbClr val="586C78"/>
                </a:solidFill>
                <a:latin typeface="Arial"/>
                <a:ea typeface="Arial"/>
                <a:cs typeface="Arial"/>
              </a:defRPr>
            </a:lvl9pPr>
          </a:lstStyle>
          <a:p xmlns:a="http://schemas.openxmlformats.org/drawingml/2006/main">
            <a:pPr algn="l">
              <a:defRPr sz="1125" b="1">
                <a:solidFill>
                  <a:srgbClr val="586C78"/>
                </a:solidFill>
                <a:latin typeface="Arial"/>
                <a:ea typeface="Arial"/>
                <a:cs typeface="Arial"/>
              </a:defRPr>
            </a:pPr>
            <a:r>
              <a:rPr sz="1125" b="1">
                <a:solidFill>
                  <a:srgbClr val="586C78"/>
                </a:solidFill>
                <a:latin typeface="Arial"/>
                <a:ea typeface="Arial"/>
                <a:cs typeface="Arial"/>
              </a:rPr>
              <a:t>Coordinates are WGS 84 longitude and latitude.</a:t>
            </a:r>
          </a:p>
        </p:txBody>
      </p:sp>
    </p:spTree>
    <p:extLst>
      <p:ext uri="{BB962C8B-B14F-4D97-AF65-F5344CB8AC3E}">
        <p14:creationId xmlns:p14="http://schemas.microsoft.com/office/powerpoint/2010/main" val="595403538"/>
      </p:ext>
    </p:extLst>
  </p:cSld>
</p:sld>
</file>

<file path=ppt/slides/slide5.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B58E819-8E7F-4063-A6A4-5EAAB458F48F}"/>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04  /  METHOD</a:t>
            </a:r>
          </a:p>
        </p:txBody>
      </p:sp>
      <p:sp>
        <p:nvSpPr>
          <p:cNvPr id="2" name="">
            <a:extLst xmlns:a="http://schemas.openxmlformats.org/drawingml/2006/main">
              <a:ext uri="{FF2B5EF4-FFF2-40B4-BE49-F238E27FC236}">
                <a16:creationId xmlns:a16="http://schemas.microsoft.com/office/drawing/2014/main" id="{0DD3A3BC-09C3-4CF7-A7FF-F4D860CD0663}"/>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Processing workflow</a:t>
            </a:r>
          </a:p>
        </p:txBody>
      </p:sp>
      <p:sp>
        <p:nvSpPr>
          <p:cNvPr id="3" name="">
            <a:extLst xmlns:a="http://schemas.openxmlformats.org/drawingml/2006/main">
              <a:ext uri="{FF2B5EF4-FFF2-40B4-BE49-F238E27FC236}">
                <a16:creationId xmlns:a16="http://schemas.microsoft.com/office/drawing/2014/main" id="{72346848-0CD5-4EA1-8C12-3B638EA18F4E}"/>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6F0704-F7BE-43DD-89CB-C95004010013}"/>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05 / 12</a:t>
            </a:r>
          </a:p>
        </p:txBody>
      </p:sp>
      <p:sp>
        <p:nvSpPr>
          <p:cNvPr id="5" name="">
            <a:extLst xmlns:a="http://schemas.openxmlformats.org/drawingml/2006/main">
              <a:ext uri="{FF2B5EF4-FFF2-40B4-BE49-F238E27FC236}">
                <a16:creationId xmlns:a16="http://schemas.microsoft.com/office/drawing/2014/main" id="{4051C2E6-C0A2-4CF3-A310-0201020ABA89}"/>
              </a:ext>
            </a:extLst>
          </p:cNvPr>
          <p:cNvSpPr>
            <a:spLocks xmlns:a="http://schemas.openxmlformats.org/drawingml/2006/main" noGrp="1"/>
          </p:cNvSpPr>
          <p:nvPr/>
        </p:nvSpPr>
        <p:spPr>
          <a:xfrm xmlns:a="http://schemas.openxmlformats.org/drawingml/2006/main">
            <a:off x="752475"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7A61665-54E1-49C7-B9DE-C47493A2F36C}"/>
              </a:ext>
            </a:extLst>
          </p:cNvPr>
          <p:cNvSpPr>
            <a:spLocks xmlns:a="http://schemas.openxmlformats.org/drawingml/2006/main" noGrp="1"/>
          </p:cNvSpPr>
          <p:nvPr/>
        </p:nvSpPr>
        <p:spPr>
          <a:xfrm xmlns:a="http://schemas.openxmlformats.org/drawingml/2006/main">
            <a:off x="752475"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Authenticate</a:t>
            </a:r>
          </a:p>
        </p:txBody>
      </p:sp>
      <p:sp>
        <p:nvSpPr>
          <p:cNvPr id="7" name="">
            <a:extLst xmlns:a="http://schemas.openxmlformats.org/drawingml/2006/main">
              <a:ext uri="{FF2B5EF4-FFF2-40B4-BE49-F238E27FC236}">
                <a16:creationId xmlns:a16="http://schemas.microsoft.com/office/drawing/2014/main" id="{7CF3D91C-E10D-412D-9545-83027F6CE9AF}"/>
              </a:ext>
            </a:extLst>
          </p:cNvPr>
          <p:cNvSpPr>
            <a:spLocks xmlns:a="http://schemas.openxmlformats.org/drawingml/2006/main" noGrp="1"/>
          </p:cNvSpPr>
          <p:nvPr/>
        </p:nvSpPr>
        <p:spPr>
          <a:xfrm xmlns:a="http://schemas.openxmlformats.org/drawingml/2006/main">
            <a:off x="752475"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Earth Engine Cloud Project ID</a:t>
            </a:r>
          </a:p>
        </p:txBody>
      </p:sp>
      <p:sp>
        <p:nvSpPr>
          <p:cNvPr id="8" name="">
            <a:extLst xmlns:a="http://schemas.openxmlformats.org/drawingml/2006/main">
              <a:ext uri="{FF2B5EF4-FFF2-40B4-BE49-F238E27FC236}">
                <a16:creationId xmlns:a16="http://schemas.microsoft.com/office/drawing/2014/main" id="{D38277FB-F4E0-447B-B587-D1F59E29262E}"/>
              </a:ext>
            </a:extLst>
          </p:cNvPr>
          <p:cNvSpPr>
            <a:spLocks xmlns:a="http://schemas.openxmlformats.org/drawingml/2006/main" noGrp="1"/>
          </p:cNvSpPr>
          <p:nvPr/>
        </p:nvSpPr>
        <p:spPr>
          <a:xfrm xmlns:a="http://schemas.openxmlformats.org/drawingml/2006/main">
            <a:off x="2200275" y="2333625"/>
            <a:ext cx="304800" cy="28575"/>
          </a:xfrm>
          <a:prstGeom xmlns:a="http://schemas.openxmlformats.org/drawingml/2006/main" prst="rect">
            <a:avLst/>
          </a:prstGeom>
          <a:solidFill xmlns:a="http://schemas.openxmlformats.org/drawingml/2006/main">
            <a:srgbClr val="D3A54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2BF9CF-1408-43D2-A512-4D477F2AE3F5}"/>
              </a:ext>
            </a:extLst>
          </p:cNvPr>
          <p:cNvSpPr>
            <a:spLocks xmlns:a="http://schemas.openxmlformats.org/drawingml/2006/main" noGrp="1"/>
          </p:cNvSpPr>
          <p:nvPr/>
        </p:nvSpPr>
        <p:spPr>
          <a:xfrm xmlns:a="http://schemas.openxmlformats.org/drawingml/2006/main">
            <a:off x="2533650"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CE16BA7-3495-4E1C-B510-891F9C576084}"/>
              </a:ext>
            </a:extLst>
          </p:cNvPr>
          <p:cNvSpPr>
            <a:spLocks xmlns:a="http://schemas.openxmlformats.org/drawingml/2006/main" noGrp="1"/>
          </p:cNvSpPr>
          <p:nvPr/>
        </p:nvSpPr>
        <p:spPr>
          <a:xfrm xmlns:a="http://schemas.openxmlformats.org/drawingml/2006/main">
            <a:off x="2533650"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Choose AOI</a:t>
            </a:r>
          </a:p>
        </p:txBody>
      </p:sp>
      <p:sp>
        <p:nvSpPr>
          <p:cNvPr id="11" name="">
            <a:extLst xmlns:a="http://schemas.openxmlformats.org/drawingml/2006/main">
              <a:ext uri="{FF2B5EF4-FFF2-40B4-BE49-F238E27FC236}">
                <a16:creationId xmlns:a16="http://schemas.microsoft.com/office/drawing/2014/main" id="{634E108C-0B12-483C-95E6-9B860661EF8C}"/>
              </a:ext>
            </a:extLst>
          </p:cNvPr>
          <p:cNvSpPr>
            <a:spLocks xmlns:a="http://schemas.openxmlformats.org/drawingml/2006/main" noGrp="1"/>
          </p:cNvSpPr>
          <p:nvPr/>
        </p:nvSpPr>
        <p:spPr>
          <a:xfrm xmlns:a="http://schemas.openxmlformats.org/drawingml/2006/main">
            <a:off x="2533650"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Select Lagos LGA</a:t>
            </a:r>
          </a:p>
        </p:txBody>
      </p:sp>
      <p:sp>
        <p:nvSpPr>
          <p:cNvPr id="12" name="">
            <a:extLst xmlns:a="http://schemas.openxmlformats.org/drawingml/2006/main">
              <a:ext uri="{FF2B5EF4-FFF2-40B4-BE49-F238E27FC236}">
                <a16:creationId xmlns:a16="http://schemas.microsoft.com/office/drawing/2014/main" id="{328163E9-62CD-48F3-ACC8-16B1169E0C73}"/>
              </a:ext>
            </a:extLst>
          </p:cNvPr>
          <p:cNvSpPr>
            <a:spLocks xmlns:a="http://schemas.openxmlformats.org/drawingml/2006/main" noGrp="1"/>
          </p:cNvSpPr>
          <p:nvPr/>
        </p:nvSpPr>
        <p:spPr>
          <a:xfrm xmlns:a="http://schemas.openxmlformats.org/drawingml/2006/main">
            <a:off x="3981450" y="2333625"/>
            <a:ext cx="304800" cy="28575"/>
          </a:xfrm>
          <a:prstGeom xmlns:a="http://schemas.openxmlformats.org/drawingml/2006/main" prst="rect">
            <a:avLst/>
          </a:prstGeom>
          <a:solidFill xmlns:a="http://schemas.openxmlformats.org/drawingml/2006/main">
            <a:srgbClr val="D3A54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5CF1288-4367-4038-996D-3CBEDAC25A82}"/>
              </a:ext>
            </a:extLst>
          </p:cNvPr>
          <p:cNvSpPr>
            <a:spLocks xmlns:a="http://schemas.openxmlformats.org/drawingml/2006/main" noGrp="1"/>
          </p:cNvSpPr>
          <p:nvPr/>
        </p:nvSpPr>
        <p:spPr>
          <a:xfrm xmlns:a="http://schemas.openxmlformats.org/drawingml/2006/main">
            <a:off x="4314825"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C3B5104F-558A-478A-B6BE-1AF3CCBDE664}"/>
              </a:ext>
            </a:extLst>
          </p:cNvPr>
          <p:cNvSpPr>
            <a:spLocks xmlns:a="http://schemas.openxmlformats.org/drawingml/2006/main" noGrp="1"/>
          </p:cNvSpPr>
          <p:nvPr/>
        </p:nvSpPr>
        <p:spPr>
          <a:xfrm xmlns:a="http://schemas.openxmlformats.org/drawingml/2006/main">
            <a:off x="4314825"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Filter</a:t>
            </a:r>
          </a:p>
        </p:txBody>
      </p:sp>
      <p:sp>
        <p:nvSpPr>
          <p:cNvPr id="15" name="">
            <a:extLst xmlns:a="http://schemas.openxmlformats.org/drawingml/2006/main">
              <a:ext uri="{FF2B5EF4-FFF2-40B4-BE49-F238E27FC236}">
                <a16:creationId xmlns:a16="http://schemas.microsoft.com/office/drawing/2014/main" id="{639BDD04-3C30-4FF3-8C4A-A9010C59DB52}"/>
              </a:ext>
            </a:extLst>
          </p:cNvPr>
          <p:cNvSpPr>
            <a:spLocks xmlns:a="http://schemas.openxmlformats.org/drawingml/2006/main" noGrp="1"/>
          </p:cNvSpPr>
          <p:nvPr/>
        </p:nvSpPr>
        <p:spPr>
          <a:xfrm xmlns:a="http://schemas.openxmlformats.org/drawingml/2006/main">
            <a:off x="4314825"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Confidence ≥ chosen cutoff</a:t>
            </a:r>
          </a:p>
        </p:txBody>
      </p:sp>
      <p:sp>
        <p:nvSpPr>
          <p:cNvPr id="16" name="">
            <a:extLst xmlns:a="http://schemas.openxmlformats.org/drawingml/2006/main">
              <a:ext uri="{FF2B5EF4-FFF2-40B4-BE49-F238E27FC236}">
                <a16:creationId xmlns:a16="http://schemas.microsoft.com/office/drawing/2014/main" id="{2ADDFF7D-72F2-4E14-B723-93FF0F811483}"/>
              </a:ext>
            </a:extLst>
          </p:cNvPr>
          <p:cNvSpPr>
            <a:spLocks xmlns:a="http://schemas.openxmlformats.org/drawingml/2006/main" noGrp="1"/>
          </p:cNvSpPr>
          <p:nvPr/>
        </p:nvSpPr>
        <p:spPr>
          <a:xfrm xmlns:a="http://schemas.openxmlformats.org/drawingml/2006/main">
            <a:off x="5762625" y="2333625"/>
            <a:ext cx="304800" cy="28575"/>
          </a:xfrm>
          <a:prstGeom xmlns:a="http://schemas.openxmlformats.org/drawingml/2006/main" prst="rect">
            <a:avLst/>
          </a:prstGeom>
          <a:solidFill xmlns:a="http://schemas.openxmlformats.org/drawingml/2006/main">
            <a:srgbClr val="D3A54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D1EC41-2AA8-4730-AF3F-58C5F49C4342}"/>
              </a:ext>
            </a:extLst>
          </p:cNvPr>
          <p:cNvSpPr>
            <a:spLocks xmlns:a="http://schemas.openxmlformats.org/drawingml/2006/main" noGrp="1"/>
          </p:cNvSpPr>
          <p:nvPr/>
        </p:nvSpPr>
        <p:spPr>
          <a:xfrm xmlns:a="http://schemas.openxmlformats.org/drawingml/2006/main">
            <a:off x="6096000"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5984BD2-3610-4663-8547-BA3C2E8FAFEB}"/>
              </a:ext>
            </a:extLst>
          </p:cNvPr>
          <p:cNvSpPr>
            <a:spLocks xmlns:a="http://schemas.openxmlformats.org/drawingml/2006/main" noGrp="1"/>
          </p:cNvSpPr>
          <p:nvPr/>
        </p:nvSpPr>
        <p:spPr>
          <a:xfrm xmlns:a="http://schemas.openxmlformats.org/drawingml/2006/main">
            <a:off x="6096000"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Intersect</a:t>
            </a:r>
          </a:p>
        </p:txBody>
      </p:sp>
      <p:sp>
        <p:nvSpPr>
          <p:cNvPr id="19" name="">
            <a:extLst xmlns:a="http://schemas.openxmlformats.org/drawingml/2006/main">
              <a:ext uri="{FF2B5EF4-FFF2-40B4-BE49-F238E27FC236}">
                <a16:creationId xmlns:a16="http://schemas.microsoft.com/office/drawing/2014/main" id="{F7F754DD-8D8F-433D-AB19-232D9F8B6EEA}"/>
              </a:ext>
            </a:extLst>
          </p:cNvPr>
          <p:cNvSpPr>
            <a:spLocks xmlns:a="http://schemas.openxmlformats.org/drawingml/2006/main" noGrp="1"/>
          </p:cNvSpPr>
          <p:nvPr/>
        </p:nvSpPr>
        <p:spPr>
          <a:xfrm xmlns:a="http://schemas.openxmlformats.org/drawingml/2006/main">
            <a:off x="6096000"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Clip to LGA geometry</a:t>
            </a:r>
          </a:p>
        </p:txBody>
      </p:sp>
      <p:sp>
        <p:nvSpPr>
          <p:cNvPr id="20" name="">
            <a:extLst xmlns:a="http://schemas.openxmlformats.org/drawingml/2006/main">
              <a:ext uri="{FF2B5EF4-FFF2-40B4-BE49-F238E27FC236}">
                <a16:creationId xmlns:a16="http://schemas.microsoft.com/office/drawing/2014/main" id="{A17C0EF3-1AF1-4400-AE35-13ED3E2AF333}"/>
              </a:ext>
            </a:extLst>
          </p:cNvPr>
          <p:cNvSpPr>
            <a:spLocks xmlns:a="http://schemas.openxmlformats.org/drawingml/2006/main" noGrp="1"/>
          </p:cNvSpPr>
          <p:nvPr/>
        </p:nvSpPr>
        <p:spPr>
          <a:xfrm xmlns:a="http://schemas.openxmlformats.org/drawingml/2006/main">
            <a:off x="7543800" y="2333625"/>
            <a:ext cx="304800" cy="28575"/>
          </a:xfrm>
          <a:prstGeom xmlns:a="http://schemas.openxmlformats.org/drawingml/2006/main" prst="rect">
            <a:avLst/>
          </a:prstGeom>
          <a:solidFill xmlns:a="http://schemas.openxmlformats.org/drawingml/2006/main">
            <a:srgbClr val="D3A54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EA9516D-15F5-4EEB-B4BD-0A7922F0C860}"/>
              </a:ext>
            </a:extLst>
          </p:cNvPr>
          <p:cNvSpPr>
            <a:spLocks xmlns:a="http://schemas.openxmlformats.org/drawingml/2006/main" noGrp="1"/>
          </p:cNvSpPr>
          <p:nvPr/>
        </p:nvSpPr>
        <p:spPr>
          <a:xfrm xmlns:a="http://schemas.openxmlformats.org/drawingml/2006/main">
            <a:off x="7877175"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9047E023-2D6E-4337-B364-FCE8996609B4}"/>
              </a:ext>
            </a:extLst>
          </p:cNvPr>
          <p:cNvSpPr>
            <a:spLocks xmlns:a="http://schemas.openxmlformats.org/drawingml/2006/main" noGrp="1"/>
          </p:cNvSpPr>
          <p:nvPr/>
        </p:nvSpPr>
        <p:spPr>
          <a:xfrm xmlns:a="http://schemas.openxmlformats.org/drawingml/2006/main">
            <a:off x="7877175"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Export</a:t>
            </a:r>
          </a:p>
        </p:txBody>
      </p:sp>
      <p:sp>
        <p:nvSpPr>
          <p:cNvPr id="23" name="">
            <a:extLst xmlns:a="http://schemas.openxmlformats.org/drawingml/2006/main">
              <a:ext uri="{FF2B5EF4-FFF2-40B4-BE49-F238E27FC236}">
                <a16:creationId xmlns:a16="http://schemas.microsoft.com/office/drawing/2014/main" id="{8B108CB1-A12D-428F-ADEF-91C747D61649}"/>
              </a:ext>
            </a:extLst>
          </p:cNvPr>
          <p:cNvSpPr>
            <a:spLocks xmlns:a="http://schemas.openxmlformats.org/drawingml/2006/main" noGrp="1"/>
          </p:cNvSpPr>
          <p:nvPr/>
        </p:nvSpPr>
        <p:spPr>
          <a:xfrm xmlns:a="http://schemas.openxmlformats.org/drawingml/2006/main">
            <a:off x="7877175"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Features + boundary + CSV</a:t>
            </a:r>
          </a:p>
        </p:txBody>
      </p:sp>
      <p:sp>
        <p:nvSpPr>
          <p:cNvPr id="24" name="">
            <a:extLst xmlns:a="http://schemas.openxmlformats.org/drawingml/2006/main">
              <a:ext uri="{FF2B5EF4-FFF2-40B4-BE49-F238E27FC236}">
                <a16:creationId xmlns:a16="http://schemas.microsoft.com/office/drawing/2014/main" id="{14C55014-7FBD-4FCB-8124-4FE2D5C36824}"/>
              </a:ext>
            </a:extLst>
          </p:cNvPr>
          <p:cNvSpPr>
            <a:spLocks xmlns:a="http://schemas.openxmlformats.org/drawingml/2006/main" noGrp="1"/>
          </p:cNvSpPr>
          <p:nvPr/>
        </p:nvSpPr>
        <p:spPr>
          <a:xfrm xmlns:a="http://schemas.openxmlformats.org/drawingml/2006/main">
            <a:off x="9324975" y="2333625"/>
            <a:ext cx="304800" cy="28575"/>
          </a:xfrm>
          <a:prstGeom xmlns:a="http://schemas.openxmlformats.org/drawingml/2006/main" prst="rect">
            <a:avLst/>
          </a:prstGeom>
          <a:solidFill xmlns:a="http://schemas.openxmlformats.org/drawingml/2006/main">
            <a:srgbClr val="D3A54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6BCC397-5406-4B3D-87F7-0B6BDBBC3706}"/>
              </a:ext>
            </a:extLst>
          </p:cNvPr>
          <p:cNvSpPr>
            <a:spLocks xmlns:a="http://schemas.openxmlformats.org/drawingml/2006/main" noGrp="1"/>
          </p:cNvSpPr>
          <p:nvPr/>
        </p:nvSpPr>
        <p:spPr>
          <a:xfrm xmlns:a="http://schemas.openxmlformats.org/drawingml/2006/main">
            <a:off x="9658350" y="16859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2A213266-A8A0-4523-BE22-A8D0C8BCC23B}"/>
              </a:ext>
            </a:extLst>
          </p:cNvPr>
          <p:cNvSpPr>
            <a:spLocks xmlns:a="http://schemas.openxmlformats.org/drawingml/2006/main" noGrp="1"/>
          </p:cNvSpPr>
          <p:nvPr/>
        </p:nvSpPr>
        <p:spPr>
          <a:xfrm xmlns:a="http://schemas.openxmlformats.org/drawingml/2006/main">
            <a:off x="9658350" y="2133600"/>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344D"/>
                </a:solidFill>
                <a:latin typeface="Arial"/>
                <a:ea typeface="Arial"/>
                <a:cs typeface="Arial"/>
              </a:defRPr>
            </a:defPPr>
            <a:lvl1pPr algn="l">
              <a:defRPr sz="1500" b="1">
                <a:solidFill>
                  <a:srgbClr val="15344D"/>
                </a:solidFill>
                <a:latin typeface="Arial"/>
                <a:ea typeface="Arial"/>
                <a:cs typeface="Arial"/>
              </a:defRPr>
            </a:lvl1pPr>
            <a:lvl2pPr algn="l">
              <a:defRPr sz="1500" b="1">
                <a:solidFill>
                  <a:srgbClr val="15344D"/>
                </a:solidFill>
                <a:latin typeface="Arial"/>
                <a:ea typeface="Arial"/>
                <a:cs typeface="Arial"/>
              </a:defRPr>
            </a:lvl2pPr>
            <a:lvl3pPr algn="l">
              <a:defRPr sz="1500" b="1">
                <a:solidFill>
                  <a:srgbClr val="15344D"/>
                </a:solidFill>
                <a:latin typeface="Arial"/>
                <a:ea typeface="Arial"/>
                <a:cs typeface="Arial"/>
              </a:defRPr>
            </a:lvl3pPr>
            <a:lvl4pPr algn="l">
              <a:defRPr sz="1500" b="1">
                <a:solidFill>
                  <a:srgbClr val="15344D"/>
                </a:solidFill>
                <a:latin typeface="Arial"/>
                <a:ea typeface="Arial"/>
                <a:cs typeface="Arial"/>
              </a:defRPr>
            </a:lvl4pPr>
            <a:lvl5pPr algn="l">
              <a:defRPr sz="1500" b="1">
                <a:solidFill>
                  <a:srgbClr val="15344D"/>
                </a:solidFill>
                <a:latin typeface="Arial"/>
                <a:ea typeface="Arial"/>
                <a:cs typeface="Arial"/>
              </a:defRPr>
            </a:lvl5pPr>
            <a:lvl6pPr algn="l">
              <a:defRPr sz="1500" b="1">
                <a:solidFill>
                  <a:srgbClr val="15344D"/>
                </a:solidFill>
                <a:latin typeface="Arial"/>
                <a:ea typeface="Arial"/>
                <a:cs typeface="Arial"/>
              </a:defRPr>
            </a:lvl6pPr>
            <a:lvl7pPr algn="l">
              <a:defRPr sz="1500" b="1">
                <a:solidFill>
                  <a:srgbClr val="15344D"/>
                </a:solidFill>
                <a:latin typeface="Arial"/>
                <a:ea typeface="Arial"/>
                <a:cs typeface="Arial"/>
              </a:defRPr>
            </a:lvl7pPr>
            <a:lvl8pPr algn="l">
              <a:defRPr sz="1500" b="1">
                <a:solidFill>
                  <a:srgbClr val="15344D"/>
                </a:solidFill>
                <a:latin typeface="Arial"/>
                <a:ea typeface="Arial"/>
                <a:cs typeface="Arial"/>
              </a:defRPr>
            </a:lvl8pPr>
            <a:lvl9pPr algn="l">
              <a:defRPr sz="1500" b="1">
                <a:solidFill>
                  <a:srgbClr val="15344D"/>
                </a:solidFill>
                <a:latin typeface="Arial"/>
                <a:ea typeface="Arial"/>
                <a:cs typeface="Arial"/>
              </a:defRPr>
            </a:lvl9pPr>
          </a:lstStyle>
          <a:p xmlns:a="http://schemas.openxmlformats.org/drawingml/2006/main">
            <a:pPr algn="l">
              <a:defRPr sz="1500" b="1">
                <a:solidFill>
                  <a:srgbClr val="15344D"/>
                </a:solidFill>
                <a:latin typeface="Arial"/>
                <a:ea typeface="Arial"/>
                <a:cs typeface="Arial"/>
              </a:defRPr>
            </a:pPr>
            <a:r>
              <a:rPr sz="1500" b="1">
                <a:solidFill>
                  <a:srgbClr val="15344D"/>
                </a:solidFill>
                <a:latin typeface="Arial"/>
                <a:ea typeface="Arial"/>
                <a:cs typeface="Arial"/>
              </a:rPr>
              <a:t>Audit</a:t>
            </a:r>
          </a:p>
        </p:txBody>
      </p:sp>
      <p:sp>
        <p:nvSpPr>
          <p:cNvPr id="27" name="">
            <a:extLst xmlns:a="http://schemas.openxmlformats.org/drawingml/2006/main">
              <a:ext uri="{FF2B5EF4-FFF2-40B4-BE49-F238E27FC236}">
                <a16:creationId xmlns:a16="http://schemas.microsoft.com/office/drawing/2014/main" id="{73B6E9E6-16EB-4C20-87F9-D1DD08271E71}"/>
              </a:ext>
            </a:extLst>
          </p:cNvPr>
          <p:cNvSpPr>
            <a:spLocks xmlns:a="http://schemas.openxmlformats.org/drawingml/2006/main" noGrp="1"/>
          </p:cNvSpPr>
          <p:nvPr/>
        </p:nvSpPr>
        <p:spPr>
          <a:xfrm xmlns:a="http://schemas.openxmlformats.org/drawingml/2006/main">
            <a:off x="9658350" y="26289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Local checks + outputs</a:t>
            </a:r>
          </a:p>
        </p:txBody>
      </p:sp>
      <p:sp>
        <p:nvSpPr>
          <p:cNvPr id="28" name="">
            <a:extLst xmlns:a="http://schemas.openxmlformats.org/drawingml/2006/main">
              <a:ext uri="{FF2B5EF4-FFF2-40B4-BE49-F238E27FC236}">
                <a16:creationId xmlns:a16="http://schemas.microsoft.com/office/drawing/2014/main" id="{71124B65-DE38-45DB-96D8-97AD7CD968FB}"/>
              </a:ext>
            </a:extLst>
          </p:cNvPr>
          <p:cNvSpPr>
            <a:spLocks xmlns:a="http://schemas.openxmlformats.org/drawingml/2006/main" noGrp="1"/>
          </p:cNvSpPr>
          <p:nvPr/>
        </p:nvSpPr>
        <p:spPr>
          <a:xfrm xmlns:a="http://schemas.openxmlformats.org/drawingml/2006/main">
            <a:off x="762000" y="3714750"/>
            <a:ext cx="1019175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122B25-82D4-4E4C-A993-20DB4D079EBA}"/>
              </a:ext>
            </a:extLst>
          </p:cNvPr>
          <p:cNvSpPr>
            <a:spLocks xmlns:a="http://schemas.openxmlformats.org/drawingml/2006/main" noGrp="1"/>
          </p:cNvSpPr>
          <p:nvPr/>
        </p:nvSpPr>
        <p:spPr>
          <a:xfrm xmlns:a="http://schemas.openxmlformats.org/drawingml/2006/main">
            <a:off x="781050" y="402907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0836E"/>
                </a:solidFill>
                <a:latin typeface="Arial"/>
                <a:ea typeface="Arial"/>
                <a:cs typeface="Arial"/>
              </a:defRPr>
            </a:defPPr>
            <a:lvl1pPr algn="l">
              <a:defRPr sz="1350" b="1">
                <a:solidFill>
                  <a:srgbClr val="00836E"/>
                </a:solidFill>
                <a:latin typeface="Arial"/>
                <a:ea typeface="Arial"/>
                <a:cs typeface="Arial"/>
              </a:defRPr>
            </a:lvl1pPr>
            <a:lvl2pPr algn="l">
              <a:defRPr sz="1350" b="1">
                <a:solidFill>
                  <a:srgbClr val="00836E"/>
                </a:solidFill>
                <a:latin typeface="Arial"/>
                <a:ea typeface="Arial"/>
                <a:cs typeface="Arial"/>
              </a:defRPr>
            </a:lvl2pPr>
            <a:lvl3pPr algn="l">
              <a:defRPr sz="1350" b="1">
                <a:solidFill>
                  <a:srgbClr val="00836E"/>
                </a:solidFill>
                <a:latin typeface="Arial"/>
                <a:ea typeface="Arial"/>
                <a:cs typeface="Arial"/>
              </a:defRPr>
            </a:lvl3pPr>
            <a:lvl4pPr algn="l">
              <a:defRPr sz="1350" b="1">
                <a:solidFill>
                  <a:srgbClr val="00836E"/>
                </a:solidFill>
                <a:latin typeface="Arial"/>
                <a:ea typeface="Arial"/>
                <a:cs typeface="Arial"/>
              </a:defRPr>
            </a:lvl4pPr>
            <a:lvl5pPr algn="l">
              <a:defRPr sz="1350" b="1">
                <a:solidFill>
                  <a:srgbClr val="00836E"/>
                </a:solidFill>
                <a:latin typeface="Arial"/>
                <a:ea typeface="Arial"/>
                <a:cs typeface="Arial"/>
              </a:defRPr>
            </a:lvl5pPr>
            <a:lvl6pPr algn="l">
              <a:defRPr sz="1350" b="1">
                <a:solidFill>
                  <a:srgbClr val="00836E"/>
                </a:solidFill>
                <a:latin typeface="Arial"/>
                <a:ea typeface="Arial"/>
                <a:cs typeface="Arial"/>
              </a:defRPr>
            </a:lvl6pPr>
            <a:lvl7pPr algn="l">
              <a:defRPr sz="1350" b="1">
                <a:solidFill>
                  <a:srgbClr val="00836E"/>
                </a:solidFill>
                <a:latin typeface="Arial"/>
                <a:ea typeface="Arial"/>
                <a:cs typeface="Arial"/>
              </a:defRPr>
            </a:lvl7pPr>
            <a:lvl8pPr algn="l">
              <a:defRPr sz="1350" b="1">
                <a:solidFill>
                  <a:srgbClr val="00836E"/>
                </a:solidFill>
                <a:latin typeface="Arial"/>
                <a:ea typeface="Arial"/>
                <a:cs typeface="Arial"/>
              </a:defRPr>
            </a:lvl8pPr>
            <a:lvl9pPr algn="l">
              <a:defRPr sz="1350" b="1">
                <a:solidFill>
                  <a:srgbClr val="00836E"/>
                </a:solidFill>
                <a:latin typeface="Arial"/>
                <a:ea typeface="Arial"/>
                <a:cs typeface="Arial"/>
              </a:defRPr>
            </a:lvl9pPr>
          </a:lstStyle>
          <a:p xmlns:a="http://schemas.openxmlformats.org/drawingml/2006/main">
            <a:pPr algn="l">
              <a:defRPr sz="1350" b="1">
                <a:solidFill>
                  <a:srgbClr val="00836E"/>
                </a:solidFill>
                <a:latin typeface="Arial"/>
                <a:ea typeface="Arial"/>
                <a:cs typeface="Arial"/>
              </a:defRPr>
            </a:pPr>
            <a:r>
              <a:rPr sz="1350" b="1">
                <a:solidFill>
                  <a:srgbClr val="00836E"/>
                </a:solidFill>
                <a:latin typeface="Arial"/>
                <a:ea typeface="Arial"/>
                <a:cs typeface="Arial"/>
              </a:rPr>
              <a:t>Cloud processing</a:t>
            </a:r>
          </a:p>
        </p:txBody>
      </p:sp>
      <p:sp>
        <p:nvSpPr>
          <p:cNvPr id="30" name="">
            <a:extLst xmlns:a="http://schemas.openxmlformats.org/drawingml/2006/main">
              <a:ext uri="{FF2B5EF4-FFF2-40B4-BE49-F238E27FC236}">
                <a16:creationId xmlns:a16="http://schemas.microsoft.com/office/drawing/2014/main" id="{51303FDB-80FB-4010-B162-C8295A6B1075}"/>
              </a:ext>
            </a:extLst>
          </p:cNvPr>
          <p:cNvSpPr>
            <a:spLocks xmlns:a="http://schemas.openxmlformats.org/drawingml/2006/main" noGrp="1"/>
          </p:cNvSpPr>
          <p:nvPr/>
        </p:nvSpPr>
        <p:spPr>
          <a:xfrm xmlns:a="http://schemas.openxmlformats.org/drawingml/2006/main">
            <a:off x="781050" y="4448175"/>
            <a:ext cx="438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B2B36"/>
                </a:solidFill>
                <a:latin typeface="Arial"/>
                <a:ea typeface="Arial"/>
                <a:cs typeface="Arial"/>
              </a:defRPr>
            </a:defPPr>
            <a:lvl1pPr algn="l">
              <a:defRPr sz="1425" b="0">
                <a:solidFill>
                  <a:srgbClr val="1B2B36"/>
                </a:solidFill>
                <a:latin typeface="Arial"/>
                <a:ea typeface="Arial"/>
                <a:cs typeface="Arial"/>
              </a:defRPr>
            </a:lvl1pPr>
            <a:lvl2pPr algn="l">
              <a:defRPr sz="1425" b="0">
                <a:solidFill>
                  <a:srgbClr val="1B2B36"/>
                </a:solidFill>
                <a:latin typeface="Arial"/>
                <a:ea typeface="Arial"/>
                <a:cs typeface="Arial"/>
              </a:defRPr>
            </a:lvl2pPr>
            <a:lvl3pPr algn="l">
              <a:defRPr sz="1425" b="0">
                <a:solidFill>
                  <a:srgbClr val="1B2B36"/>
                </a:solidFill>
                <a:latin typeface="Arial"/>
                <a:ea typeface="Arial"/>
                <a:cs typeface="Arial"/>
              </a:defRPr>
            </a:lvl3pPr>
            <a:lvl4pPr algn="l">
              <a:defRPr sz="1425" b="0">
                <a:solidFill>
                  <a:srgbClr val="1B2B36"/>
                </a:solidFill>
                <a:latin typeface="Arial"/>
                <a:ea typeface="Arial"/>
                <a:cs typeface="Arial"/>
              </a:defRPr>
            </a:lvl4pPr>
            <a:lvl5pPr algn="l">
              <a:defRPr sz="1425" b="0">
                <a:solidFill>
                  <a:srgbClr val="1B2B36"/>
                </a:solidFill>
                <a:latin typeface="Arial"/>
                <a:ea typeface="Arial"/>
                <a:cs typeface="Arial"/>
              </a:defRPr>
            </a:lvl5pPr>
            <a:lvl6pPr algn="l">
              <a:defRPr sz="1425" b="0">
                <a:solidFill>
                  <a:srgbClr val="1B2B36"/>
                </a:solidFill>
                <a:latin typeface="Arial"/>
                <a:ea typeface="Arial"/>
                <a:cs typeface="Arial"/>
              </a:defRPr>
            </a:lvl6pPr>
            <a:lvl7pPr algn="l">
              <a:defRPr sz="1425" b="0">
                <a:solidFill>
                  <a:srgbClr val="1B2B36"/>
                </a:solidFill>
                <a:latin typeface="Arial"/>
                <a:ea typeface="Arial"/>
                <a:cs typeface="Arial"/>
              </a:defRPr>
            </a:lvl7pPr>
            <a:lvl8pPr algn="l">
              <a:defRPr sz="1425" b="0">
                <a:solidFill>
                  <a:srgbClr val="1B2B36"/>
                </a:solidFill>
                <a:latin typeface="Arial"/>
                <a:ea typeface="Arial"/>
                <a:cs typeface="Arial"/>
              </a:defRPr>
            </a:lvl8pPr>
            <a:lvl9pPr algn="l">
              <a:defRPr sz="1425" b="0">
                <a:solidFill>
                  <a:srgbClr val="1B2B36"/>
                </a:solidFill>
                <a:latin typeface="Arial"/>
                <a:ea typeface="Arial"/>
                <a:cs typeface="Arial"/>
              </a:defRPr>
            </a:lvl9pPr>
          </a:lstStyle>
          <a:p xmlns:a="http://schemas.openxmlformats.org/drawingml/2006/main">
            <a:pPr algn="l">
              <a:defRPr sz="1425" b="0">
                <a:solidFill>
                  <a:srgbClr val="1B2B36"/>
                </a:solidFill>
                <a:latin typeface="Arial"/>
                <a:ea typeface="Arial"/>
                <a:cs typeface="Arial"/>
              </a:defRPr>
            </a:pPr>
            <a:r>
              <a:rPr sz="1425" b="0">
                <a:solidFill>
                  <a:srgbClr val="1B2B36"/>
                </a:solidFill>
                <a:latin typeface="Arial"/>
                <a:ea typeface="Arial"/>
                <a:cs typeface="Arial"/>
              </a:rPr>
              <a:t>Filtering and geometry intersection run on Earth Engine. Colab previews server-rendered map tiles.</a:t>
            </a:r>
          </a:p>
        </p:txBody>
      </p:sp>
      <p:sp>
        <p:nvSpPr>
          <p:cNvPr id="31" name="">
            <a:extLst xmlns:a="http://schemas.openxmlformats.org/drawingml/2006/main">
              <a:ext uri="{FF2B5EF4-FFF2-40B4-BE49-F238E27FC236}">
                <a16:creationId xmlns:a16="http://schemas.microsoft.com/office/drawing/2014/main" id="{046A9D57-FE62-4B3D-975A-21BD22D4DD12}"/>
              </a:ext>
            </a:extLst>
          </p:cNvPr>
          <p:cNvSpPr>
            <a:spLocks xmlns:a="http://schemas.openxmlformats.org/drawingml/2006/main" noGrp="1"/>
          </p:cNvSpPr>
          <p:nvPr/>
        </p:nvSpPr>
        <p:spPr>
          <a:xfrm xmlns:a="http://schemas.openxmlformats.org/drawingml/2006/main">
            <a:off x="6172200" y="402907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0836E"/>
                </a:solidFill>
                <a:latin typeface="Arial"/>
                <a:ea typeface="Arial"/>
                <a:cs typeface="Arial"/>
              </a:defRPr>
            </a:defPPr>
            <a:lvl1pPr algn="l">
              <a:defRPr sz="1350" b="1">
                <a:solidFill>
                  <a:srgbClr val="00836E"/>
                </a:solidFill>
                <a:latin typeface="Arial"/>
                <a:ea typeface="Arial"/>
                <a:cs typeface="Arial"/>
              </a:defRPr>
            </a:lvl1pPr>
            <a:lvl2pPr algn="l">
              <a:defRPr sz="1350" b="1">
                <a:solidFill>
                  <a:srgbClr val="00836E"/>
                </a:solidFill>
                <a:latin typeface="Arial"/>
                <a:ea typeface="Arial"/>
                <a:cs typeface="Arial"/>
              </a:defRPr>
            </a:lvl2pPr>
            <a:lvl3pPr algn="l">
              <a:defRPr sz="1350" b="1">
                <a:solidFill>
                  <a:srgbClr val="00836E"/>
                </a:solidFill>
                <a:latin typeface="Arial"/>
                <a:ea typeface="Arial"/>
                <a:cs typeface="Arial"/>
              </a:defRPr>
            </a:lvl3pPr>
            <a:lvl4pPr algn="l">
              <a:defRPr sz="1350" b="1">
                <a:solidFill>
                  <a:srgbClr val="00836E"/>
                </a:solidFill>
                <a:latin typeface="Arial"/>
                <a:ea typeface="Arial"/>
                <a:cs typeface="Arial"/>
              </a:defRPr>
            </a:lvl4pPr>
            <a:lvl5pPr algn="l">
              <a:defRPr sz="1350" b="1">
                <a:solidFill>
                  <a:srgbClr val="00836E"/>
                </a:solidFill>
                <a:latin typeface="Arial"/>
                <a:ea typeface="Arial"/>
                <a:cs typeface="Arial"/>
              </a:defRPr>
            </a:lvl5pPr>
            <a:lvl6pPr algn="l">
              <a:defRPr sz="1350" b="1">
                <a:solidFill>
                  <a:srgbClr val="00836E"/>
                </a:solidFill>
                <a:latin typeface="Arial"/>
                <a:ea typeface="Arial"/>
                <a:cs typeface="Arial"/>
              </a:defRPr>
            </a:lvl6pPr>
            <a:lvl7pPr algn="l">
              <a:defRPr sz="1350" b="1">
                <a:solidFill>
                  <a:srgbClr val="00836E"/>
                </a:solidFill>
                <a:latin typeface="Arial"/>
                <a:ea typeface="Arial"/>
                <a:cs typeface="Arial"/>
              </a:defRPr>
            </a:lvl7pPr>
            <a:lvl8pPr algn="l">
              <a:defRPr sz="1350" b="1">
                <a:solidFill>
                  <a:srgbClr val="00836E"/>
                </a:solidFill>
                <a:latin typeface="Arial"/>
                <a:ea typeface="Arial"/>
                <a:cs typeface="Arial"/>
              </a:defRPr>
            </a:lvl8pPr>
            <a:lvl9pPr algn="l">
              <a:defRPr sz="1350" b="1">
                <a:solidFill>
                  <a:srgbClr val="00836E"/>
                </a:solidFill>
                <a:latin typeface="Arial"/>
                <a:ea typeface="Arial"/>
                <a:cs typeface="Arial"/>
              </a:defRPr>
            </a:lvl9pPr>
          </a:lstStyle>
          <a:p xmlns:a="http://schemas.openxmlformats.org/drawingml/2006/main">
            <a:pPr algn="l">
              <a:defRPr sz="1350" b="1">
                <a:solidFill>
                  <a:srgbClr val="00836E"/>
                </a:solidFill>
                <a:latin typeface="Arial"/>
                <a:ea typeface="Arial"/>
                <a:cs typeface="Arial"/>
              </a:defRPr>
            </a:pPr>
            <a:r>
              <a:rPr sz="1350" b="1">
                <a:solidFill>
                  <a:srgbClr val="00836E"/>
                </a:solidFill>
                <a:latin typeface="Arial"/>
                <a:ea typeface="Arial"/>
                <a:cs typeface="Arial"/>
              </a:rPr>
              <a:t>Local analysis</a:t>
            </a:r>
          </a:p>
        </p:txBody>
      </p:sp>
      <p:sp>
        <p:nvSpPr>
          <p:cNvPr id="32" name="">
            <a:extLst xmlns:a="http://schemas.openxmlformats.org/drawingml/2006/main">
              <a:ext uri="{FF2B5EF4-FFF2-40B4-BE49-F238E27FC236}">
                <a16:creationId xmlns:a16="http://schemas.microsoft.com/office/drawing/2014/main" id="{7AE3659B-995B-477C-AB15-AF0B79E4687C}"/>
              </a:ext>
            </a:extLst>
          </p:cNvPr>
          <p:cNvSpPr>
            <a:spLocks xmlns:a="http://schemas.openxmlformats.org/drawingml/2006/main" noGrp="1"/>
          </p:cNvSpPr>
          <p:nvPr/>
        </p:nvSpPr>
        <p:spPr>
          <a:xfrm xmlns:a="http://schemas.openxmlformats.org/drawingml/2006/main">
            <a:off x="6172200" y="4448175"/>
            <a:ext cx="4572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B2B36"/>
                </a:solidFill>
                <a:latin typeface="Arial"/>
                <a:ea typeface="Arial"/>
                <a:cs typeface="Arial"/>
              </a:defRPr>
            </a:defPPr>
            <a:lvl1pPr algn="l">
              <a:defRPr sz="1425" b="0">
                <a:solidFill>
                  <a:srgbClr val="1B2B36"/>
                </a:solidFill>
                <a:latin typeface="Arial"/>
                <a:ea typeface="Arial"/>
                <a:cs typeface="Arial"/>
              </a:defRPr>
            </a:lvl1pPr>
            <a:lvl2pPr algn="l">
              <a:defRPr sz="1425" b="0">
                <a:solidFill>
                  <a:srgbClr val="1B2B36"/>
                </a:solidFill>
                <a:latin typeface="Arial"/>
                <a:ea typeface="Arial"/>
                <a:cs typeface="Arial"/>
              </a:defRPr>
            </a:lvl2pPr>
            <a:lvl3pPr algn="l">
              <a:defRPr sz="1425" b="0">
                <a:solidFill>
                  <a:srgbClr val="1B2B36"/>
                </a:solidFill>
                <a:latin typeface="Arial"/>
                <a:ea typeface="Arial"/>
                <a:cs typeface="Arial"/>
              </a:defRPr>
            </a:lvl3pPr>
            <a:lvl4pPr algn="l">
              <a:defRPr sz="1425" b="0">
                <a:solidFill>
                  <a:srgbClr val="1B2B36"/>
                </a:solidFill>
                <a:latin typeface="Arial"/>
                <a:ea typeface="Arial"/>
                <a:cs typeface="Arial"/>
              </a:defRPr>
            </a:lvl4pPr>
            <a:lvl5pPr algn="l">
              <a:defRPr sz="1425" b="0">
                <a:solidFill>
                  <a:srgbClr val="1B2B36"/>
                </a:solidFill>
                <a:latin typeface="Arial"/>
                <a:ea typeface="Arial"/>
                <a:cs typeface="Arial"/>
              </a:defRPr>
            </a:lvl5pPr>
            <a:lvl6pPr algn="l">
              <a:defRPr sz="1425" b="0">
                <a:solidFill>
                  <a:srgbClr val="1B2B36"/>
                </a:solidFill>
                <a:latin typeface="Arial"/>
                <a:ea typeface="Arial"/>
                <a:cs typeface="Arial"/>
              </a:defRPr>
            </a:lvl6pPr>
            <a:lvl7pPr algn="l">
              <a:defRPr sz="1425" b="0">
                <a:solidFill>
                  <a:srgbClr val="1B2B36"/>
                </a:solidFill>
                <a:latin typeface="Arial"/>
                <a:ea typeface="Arial"/>
                <a:cs typeface="Arial"/>
              </a:defRPr>
            </a:lvl7pPr>
            <a:lvl8pPr algn="l">
              <a:defRPr sz="1425" b="0">
                <a:solidFill>
                  <a:srgbClr val="1B2B36"/>
                </a:solidFill>
                <a:latin typeface="Arial"/>
                <a:ea typeface="Arial"/>
                <a:cs typeface="Arial"/>
              </a:defRPr>
            </a:lvl8pPr>
            <a:lvl9pPr algn="l">
              <a:defRPr sz="1425" b="0">
                <a:solidFill>
                  <a:srgbClr val="1B2B36"/>
                </a:solidFill>
                <a:latin typeface="Arial"/>
                <a:ea typeface="Arial"/>
                <a:cs typeface="Arial"/>
              </a:defRPr>
            </a:lvl9pPr>
          </a:lstStyle>
          <a:p xmlns:a="http://schemas.openxmlformats.org/drawingml/2006/main">
            <a:pPr algn="l">
              <a:defRPr sz="1425" b="0">
                <a:solidFill>
                  <a:srgbClr val="1B2B36"/>
                </a:solidFill>
                <a:latin typeface="Arial"/>
                <a:ea typeface="Arial"/>
                <a:cs typeface="Arial"/>
              </a:defRPr>
            </a:pPr>
            <a:r>
              <a:rPr sz="1425" b="0">
                <a:solidFill>
                  <a:srgbClr val="1B2B36"/>
                </a:solidFill>
                <a:latin typeface="Arial"/>
                <a:ea typeface="Arial"/>
                <a:cs typeface="Arial"/>
              </a:rPr>
              <a:t>Download only the vector exports. Python checks feature and geometry integrity and creates presentation assets.</a:t>
            </a:r>
          </a:p>
        </p:txBody>
      </p:sp>
      <p:sp>
        <p:nvSpPr>
          <p:cNvPr id="33" name="">
            <a:extLst xmlns:a="http://schemas.openxmlformats.org/drawingml/2006/main">
              <a:ext uri="{FF2B5EF4-FFF2-40B4-BE49-F238E27FC236}">
                <a16:creationId xmlns:a16="http://schemas.microsoft.com/office/drawing/2014/main" id="{E86498AF-EC91-494B-A29C-D917D6F982F4}"/>
              </a:ext>
            </a:extLst>
          </p:cNvPr>
          <p:cNvSpPr>
            <a:spLocks xmlns:a="http://schemas.openxmlformats.org/drawingml/2006/main" noGrp="1"/>
          </p:cNvSpPr>
          <p:nvPr/>
        </p:nvSpPr>
        <p:spPr>
          <a:xfrm xmlns:a="http://schemas.openxmlformats.org/drawingml/2006/main">
            <a:off x="781050" y="562927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5344D"/>
                </a:solidFill>
                <a:latin typeface="Arial"/>
                <a:ea typeface="Arial"/>
                <a:cs typeface="Arial"/>
              </a:defRPr>
            </a:defPPr>
            <a:lvl1pPr algn="l">
              <a:defRPr sz="1275" b="1">
                <a:solidFill>
                  <a:srgbClr val="15344D"/>
                </a:solidFill>
                <a:latin typeface="Arial"/>
                <a:ea typeface="Arial"/>
                <a:cs typeface="Arial"/>
              </a:defRPr>
            </a:lvl1pPr>
            <a:lvl2pPr algn="l">
              <a:defRPr sz="1275" b="1">
                <a:solidFill>
                  <a:srgbClr val="15344D"/>
                </a:solidFill>
                <a:latin typeface="Arial"/>
                <a:ea typeface="Arial"/>
                <a:cs typeface="Arial"/>
              </a:defRPr>
            </a:lvl2pPr>
            <a:lvl3pPr algn="l">
              <a:defRPr sz="1275" b="1">
                <a:solidFill>
                  <a:srgbClr val="15344D"/>
                </a:solidFill>
                <a:latin typeface="Arial"/>
                <a:ea typeface="Arial"/>
                <a:cs typeface="Arial"/>
              </a:defRPr>
            </a:lvl3pPr>
            <a:lvl4pPr algn="l">
              <a:defRPr sz="1275" b="1">
                <a:solidFill>
                  <a:srgbClr val="15344D"/>
                </a:solidFill>
                <a:latin typeface="Arial"/>
                <a:ea typeface="Arial"/>
                <a:cs typeface="Arial"/>
              </a:defRPr>
            </a:lvl4pPr>
            <a:lvl5pPr algn="l">
              <a:defRPr sz="1275" b="1">
                <a:solidFill>
                  <a:srgbClr val="15344D"/>
                </a:solidFill>
                <a:latin typeface="Arial"/>
                <a:ea typeface="Arial"/>
                <a:cs typeface="Arial"/>
              </a:defRPr>
            </a:lvl5pPr>
            <a:lvl6pPr algn="l">
              <a:defRPr sz="1275" b="1">
                <a:solidFill>
                  <a:srgbClr val="15344D"/>
                </a:solidFill>
                <a:latin typeface="Arial"/>
                <a:ea typeface="Arial"/>
                <a:cs typeface="Arial"/>
              </a:defRPr>
            </a:lvl6pPr>
            <a:lvl7pPr algn="l">
              <a:defRPr sz="1275" b="1">
                <a:solidFill>
                  <a:srgbClr val="15344D"/>
                </a:solidFill>
                <a:latin typeface="Arial"/>
                <a:ea typeface="Arial"/>
                <a:cs typeface="Arial"/>
              </a:defRPr>
            </a:lvl7pPr>
            <a:lvl8pPr algn="l">
              <a:defRPr sz="1275" b="1">
                <a:solidFill>
                  <a:srgbClr val="15344D"/>
                </a:solidFill>
                <a:latin typeface="Arial"/>
                <a:ea typeface="Arial"/>
                <a:cs typeface="Arial"/>
              </a:defRPr>
            </a:lvl8pPr>
            <a:lvl9pPr algn="l">
              <a:defRPr sz="1275" b="1">
                <a:solidFill>
                  <a:srgbClr val="15344D"/>
                </a:solidFill>
                <a:latin typeface="Arial"/>
                <a:ea typeface="Arial"/>
                <a:cs typeface="Arial"/>
              </a:defRPr>
            </a:lvl9pPr>
          </a:lstStyle>
          <a:p xmlns:a="http://schemas.openxmlformats.org/drawingml/2006/main">
            <a:pPr algn="l">
              <a:defRPr sz="1275" b="1">
                <a:solidFill>
                  <a:srgbClr val="15344D"/>
                </a:solidFill>
                <a:latin typeface="Arial"/>
                <a:ea typeface="Arial"/>
                <a:cs typeface="Arial"/>
              </a:defRPr>
            </a:pPr>
            <a:r>
              <a:rPr sz="1275" b="1">
                <a:solidFill>
                  <a:srgbClr val="15344D"/>
                </a:solidFill>
                <a:latin typeface="Arial"/>
                <a:ea typeface="Arial"/>
                <a:cs typeface="Arial"/>
              </a:rPr>
              <a:t>The workflow does not download a multi-gigabyte imagery archive.</a:t>
            </a:r>
          </a:p>
        </p:txBody>
      </p:sp>
    </p:spTree>
    <p:extLst>
      <p:ext uri="{BB962C8B-B14F-4D97-AF65-F5344CB8AC3E}">
        <p14:creationId xmlns:p14="http://schemas.microsoft.com/office/powerpoint/2010/main" val="194732157"/>
      </p:ext>
    </p:extLst>
  </p:cSld>
</p:sld>
</file>

<file path=ppt/slides/slide6.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3F68F55-EFF2-4CF5-B03E-090C26641876}"/>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05  /  OPERATING FEATURES</a:t>
            </a:r>
          </a:p>
        </p:txBody>
      </p:sp>
      <p:sp>
        <p:nvSpPr>
          <p:cNvPr id="2" name="">
            <a:extLst xmlns:a="http://schemas.openxmlformats.org/drawingml/2006/main">
              <a:ext uri="{FF2B5EF4-FFF2-40B4-BE49-F238E27FC236}">
                <a16:creationId xmlns:a16="http://schemas.microsoft.com/office/drawing/2014/main" id="{4DF428EC-6296-49D3-A575-9DD0770E0C12}"/>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Efficient by design</a:t>
            </a:r>
          </a:p>
        </p:txBody>
      </p:sp>
      <p:sp>
        <p:nvSpPr>
          <p:cNvPr id="3" name="">
            <a:extLst xmlns:a="http://schemas.openxmlformats.org/drawingml/2006/main">
              <a:ext uri="{FF2B5EF4-FFF2-40B4-BE49-F238E27FC236}">
                <a16:creationId xmlns:a16="http://schemas.microsoft.com/office/drawing/2014/main" id="{82529F2E-0F01-4804-84D1-E6373DA82AC6}"/>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31D44A-25BF-4DFE-81EC-F91A1D84A982}"/>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06 / 12</a:t>
            </a:r>
          </a:p>
        </p:txBody>
      </p:sp>
      <p:sp>
        <p:nvSpPr>
          <p:cNvPr id="5" name="">
            <a:extLst xmlns:a="http://schemas.openxmlformats.org/drawingml/2006/main">
              <a:ext uri="{FF2B5EF4-FFF2-40B4-BE49-F238E27FC236}">
                <a16:creationId xmlns:a16="http://schemas.microsoft.com/office/drawing/2014/main" id="{96086329-4E35-411D-8F4F-6EBADFFF7716}"/>
              </a:ext>
            </a:extLst>
          </p:cNvPr>
          <p:cNvSpPr>
            <a:spLocks xmlns:a="http://schemas.openxmlformats.org/drawingml/2006/main" noGrp="1"/>
          </p:cNvSpPr>
          <p:nvPr/>
        </p:nvSpPr>
        <p:spPr>
          <a:xfrm xmlns:a="http://schemas.openxmlformats.org/drawingml/2006/main">
            <a:off x="762000" y="14001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The notebook supports</a:t>
            </a:r>
          </a:p>
        </p:txBody>
      </p:sp>
      <p:sp>
        <p:nvSpPr>
          <p:cNvPr id="6" name="">
            <a:extLst xmlns:a="http://schemas.openxmlformats.org/drawingml/2006/main">
              <a:ext uri="{FF2B5EF4-FFF2-40B4-BE49-F238E27FC236}">
                <a16:creationId xmlns:a16="http://schemas.microsoft.com/office/drawing/2014/main" id="{B2C343EB-1E6A-4F7D-B5C5-6301D399F2B0}"/>
              </a:ext>
            </a:extLst>
          </p:cNvPr>
          <p:cNvSpPr>
            <a:spLocks xmlns:a="http://schemas.openxmlformats.org/drawingml/2006/main" noGrp="1"/>
          </p:cNvSpPr>
          <p:nvPr/>
        </p:nvSpPr>
        <p:spPr>
          <a:xfrm xmlns:a="http://schemas.openxmlformats.org/drawingml/2006/main">
            <a:off x="781050" y="1981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39221D2-B1B7-4B43-AF42-33ED9E76E784}"/>
              </a:ext>
            </a:extLst>
          </p:cNvPr>
          <p:cNvSpPr>
            <a:spLocks xmlns:a="http://schemas.openxmlformats.org/drawingml/2006/main" noGrp="1"/>
          </p:cNvSpPr>
          <p:nvPr/>
        </p:nvSpPr>
        <p:spPr>
          <a:xfrm xmlns:a="http://schemas.openxmlformats.org/drawingml/2006/main">
            <a:off x="13144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B2B36"/>
                </a:solidFill>
                <a:latin typeface="Arial"/>
                <a:ea typeface="Arial"/>
                <a:cs typeface="Arial"/>
              </a:defRPr>
            </a:defPPr>
            <a:lvl1pPr algn="l">
              <a:defRPr sz="1425" b="1">
                <a:solidFill>
                  <a:srgbClr val="1B2B36"/>
                </a:solidFill>
                <a:latin typeface="Arial"/>
                <a:ea typeface="Arial"/>
                <a:cs typeface="Arial"/>
              </a:defRPr>
            </a:lvl1pPr>
            <a:lvl2pPr algn="l">
              <a:defRPr sz="1425" b="1">
                <a:solidFill>
                  <a:srgbClr val="1B2B36"/>
                </a:solidFill>
                <a:latin typeface="Arial"/>
                <a:ea typeface="Arial"/>
                <a:cs typeface="Arial"/>
              </a:defRPr>
            </a:lvl2pPr>
            <a:lvl3pPr algn="l">
              <a:defRPr sz="1425" b="1">
                <a:solidFill>
                  <a:srgbClr val="1B2B36"/>
                </a:solidFill>
                <a:latin typeface="Arial"/>
                <a:ea typeface="Arial"/>
                <a:cs typeface="Arial"/>
              </a:defRPr>
            </a:lvl3pPr>
            <a:lvl4pPr algn="l">
              <a:defRPr sz="1425" b="1">
                <a:solidFill>
                  <a:srgbClr val="1B2B36"/>
                </a:solidFill>
                <a:latin typeface="Arial"/>
                <a:ea typeface="Arial"/>
                <a:cs typeface="Arial"/>
              </a:defRPr>
            </a:lvl4pPr>
            <a:lvl5pPr algn="l">
              <a:defRPr sz="1425" b="1">
                <a:solidFill>
                  <a:srgbClr val="1B2B36"/>
                </a:solidFill>
                <a:latin typeface="Arial"/>
                <a:ea typeface="Arial"/>
                <a:cs typeface="Arial"/>
              </a:defRPr>
            </a:lvl5pPr>
            <a:lvl6pPr algn="l">
              <a:defRPr sz="1425" b="1">
                <a:solidFill>
                  <a:srgbClr val="1B2B36"/>
                </a:solidFill>
                <a:latin typeface="Arial"/>
                <a:ea typeface="Arial"/>
                <a:cs typeface="Arial"/>
              </a:defRPr>
            </a:lvl6pPr>
            <a:lvl7pPr algn="l">
              <a:defRPr sz="1425" b="1">
                <a:solidFill>
                  <a:srgbClr val="1B2B36"/>
                </a:solidFill>
                <a:latin typeface="Arial"/>
                <a:ea typeface="Arial"/>
                <a:cs typeface="Arial"/>
              </a:defRPr>
            </a:lvl7pPr>
            <a:lvl8pPr algn="l">
              <a:defRPr sz="1425" b="1">
                <a:solidFill>
                  <a:srgbClr val="1B2B36"/>
                </a:solidFill>
                <a:latin typeface="Arial"/>
                <a:ea typeface="Arial"/>
                <a:cs typeface="Arial"/>
              </a:defRPr>
            </a:lvl8pPr>
            <a:lvl9pPr algn="l">
              <a:defRPr sz="1425" b="1">
                <a:solidFill>
                  <a:srgbClr val="1B2B36"/>
                </a:solidFill>
                <a:latin typeface="Arial"/>
                <a:ea typeface="Arial"/>
                <a:cs typeface="Arial"/>
              </a:defRPr>
            </a:lvl9pPr>
          </a:lstStyle>
          <a:p xmlns:a="http://schemas.openxmlformats.org/drawingml/2006/main">
            <a:pPr algn="l">
              <a:defRPr sz="1425" b="1">
                <a:solidFill>
                  <a:srgbClr val="1B2B36"/>
                </a:solidFill>
                <a:latin typeface="Arial"/>
                <a:ea typeface="Arial"/>
                <a:cs typeface="Arial"/>
              </a:defRPr>
            </a:pPr>
            <a:r>
              <a:rPr sz="1425" b="1">
                <a:solidFill>
                  <a:srgbClr val="1B2B36"/>
                </a:solidFill>
                <a:latin typeface="Arial"/>
                <a:ea typeface="Arial"/>
                <a:cs typeface="Arial"/>
              </a:rPr>
              <a:t>Any listed Lagos LGA</a:t>
            </a:r>
          </a:p>
        </p:txBody>
      </p:sp>
      <p:sp>
        <p:nvSpPr>
          <p:cNvPr id="8" name="">
            <a:extLst xmlns:a="http://schemas.openxmlformats.org/drawingml/2006/main">
              <a:ext uri="{FF2B5EF4-FFF2-40B4-BE49-F238E27FC236}">
                <a16:creationId xmlns:a16="http://schemas.microsoft.com/office/drawing/2014/main" id="{CF82971C-1CBE-4CA8-846F-8E91FDAE271E}"/>
              </a:ext>
            </a:extLst>
          </p:cNvPr>
          <p:cNvSpPr>
            <a:spLocks xmlns:a="http://schemas.openxmlformats.org/drawingml/2006/main" noGrp="1"/>
          </p:cNvSpPr>
          <p:nvPr/>
        </p:nvSpPr>
        <p:spPr>
          <a:xfrm xmlns:a="http://schemas.openxmlformats.org/drawingml/2006/main">
            <a:off x="3981450" y="1981200"/>
            <a:ext cx="672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Boundary names are queried from FAO GAUL rather than embedded in code.</a:t>
            </a:r>
          </a:p>
        </p:txBody>
      </p:sp>
      <p:sp>
        <p:nvSpPr>
          <p:cNvPr id="9" name="">
            <a:extLst xmlns:a="http://schemas.openxmlformats.org/drawingml/2006/main">
              <a:ext uri="{FF2B5EF4-FFF2-40B4-BE49-F238E27FC236}">
                <a16:creationId xmlns:a16="http://schemas.microsoft.com/office/drawing/2014/main" id="{E5FC7325-6601-48FD-A493-1260CC8C021E}"/>
              </a:ext>
            </a:extLst>
          </p:cNvPr>
          <p:cNvSpPr>
            <a:spLocks xmlns:a="http://schemas.openxmlformats.org/drawingml/2006/main" noGrp="1"/>
          </p:cNvSpPr>
          <p:nvPr/>
        </p:nvSpPr>
        <p:spPr>
          <a:xfrm xmlns:a="http://schemas.openxmlformats.org/drawingml/2006/main">
            <a:off x="1314450" y="2590800"/>
            <a:ext cx="9334500" cy="9525"/>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B35AE57-C300-4724-B19C-181F6A07844D}"/>
              </a:ext>
            </a:extLst>
          </p:cNvPr>
          <p:cNvSpPr>
            <a:spLocks xmlns:a="http://schemas.openxmlformats.org/drawingml/2006/main" noGrp="1"/>
          </p:cNvSpPr>
          <p:nvPr/>
        </p:nvSpPr>
        <p:spPr>
          <a:xfrm xmlns:a="http://schemas.openxmlformats.org/drawingml/2006/main">
            <a:off x="781050" y="28765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F375C2D-50D2-4860-BED5-BD2BD71379E1}"/>
              </a:ext>
            </a:extLst>
          </p:cNvPr>
          <p:cNvSpPr>
            <a:spLocks xmlns:a="http://schemas.openxmlformats.org/drawingml/2006/main" noGrp="1"/>
          </p:cNvSpPr>
          <p:nvPr/>
        </p:nvSpPr>
        <p:spPr>
          <a:xfrm xmlns:a="http://schemas.openxmlformats.org/drawingml/2006/main">
            <a:off x="1314450" y="2876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B2B36"/>
                </a:solidFill>
                <a:latin typeface="Arial"/>
                <a:ea typeface="Arial"/>
                <a:cs typeface="Arial"/>
              </a:defRPr>
            </a:defPPr>
            <a:lvl1pPr algn="l">
              <a:defRPr sz="1425" b="1">
                <a:solidFill>
                  <a:srgbClr val="1B2B36"/>
                </a:solidFill>
                <a:latin typeface="Arial"/>
                <a:ea typeface="Arial"/>
                <a:cs typeface="Arial"/>
              </a:defRPr>
            </a:lvl1pPr>
            <a:lvl2pPr algn="l">
              <a:defRPr sz="1425" b="1">
                <a:solidFill>
                  <a:srgbClr val="1B2B36"/>
                </a:solidFill>
                <a:latin typeface="Arial"/>
                <a:ea typeface="Arial"/>
                <a:cs typeface="Arial"/>
              </a:defRPr>
            </a:lvl2pPr>
            <a:lvl3pPr algn="l">
              <a:defRPr sz="1425" b="1">
                <a:solidFill>
                  <a:srgbClr val="1B2B36"/>
                </a:solidFill>
                <a:latin typeface="Arial"/>
                <a:ea typeface="Arial"/>
                <a:cs typeface="Arial"/>
              </a:defRPr>
            </a:lvl3pPr>
            <a:lvl4pPr algn="l">
              <a:defRPr sz="1425" b="1">
                <a:solidFill>
                  <a:srgbClr val="1B2B36"/>
                </a:solidFill>
                <a:latin typeface="Arial"/>
                <a:ea typeface="Arial"/>
                <a:cs typeface="Arial"/>
              </a:defRPr>
            </a:lvl4pPr>
            <a:lvl5pPr algn="l">
              <a:defRPr sz="1425" b="1">
                <a:solidFill>
                  <a:srgbClr val="1B2B36"/>
                </a:solidFill>
                <a:latin typeface="Arial"/>
                <a:ea typeface="Arial"/>
                <a:cs typeface="Arial"/>
              </a:defRPr>
            </a:lvl5pPr>
            <a:lvl6pPr algn="l">
              <a:defRPr sz="1425" b="1">
                <a:solidFill>
                  <a:srgbClr val="1B2B36"/>
                </a:solidFill>
                <a:latin typeface="Arial"/>
                <a:ea typeface="Arial"/>
                <a:cs typeface="Arial"/>
              </a:defRPr>
            </a:lvl6pPr>
            <a:lvl7pPr algn="l">
              <a:defRPr sz="1425" b="1">
                <a:solidFill>
                  <a:srgbClr val="1B2B36"/>
                </a:solidFill>
                <a:latin typeface="Arial"/>
                <a:ea typeface="Arial"/>
                <a:cs typeface="Arial"/>
              </a:defRPr>
            </a:lvl7pPr>
            <a:lvl8pPr algn="l">
              <a:defRPr sz="1425" b="1">
                <a:solidFill>
                  <a:srgbClr val="1B2B36"/>
                </a:solidFill>
                <a:latin typeface="Arial"/>
                <a:ea typeface="Arial"/>
                <a:cs typeface="Arial"/>
              </a:defRPr>
            </a:lvl8pPr>
            <a:lvl9pPr algn="l">
              <a:defRPr sz="1425" b="1">
                <a:solidFill>
                  <a:srgbClr val="1B2B36"/>
                </a:solidFill>
                <a:latin typeface="Arial"/>
                <a:ea typeface="Arial"/>
                <a:cs typeface="Arial"/>
              </a:defRPr>
            </a:lvl9pPr>
          </a:lstStyle>
          <a:p xmlns:a="http://schemas.openxmlformats.org/drawingml/2006/main">
            <a:pPr algn="l">
              <a:defRPr sz="1425" b="1">
                <a:solidFill>
                  <a:srgbClr val="1B2B36"/>
                </a:solidFill>
                <a:latin typeface="Arial"/>
                <a:ea typeface="Arial"/>
                <a:cs typeface="Arial"/>
              </a:defRPr>
            </a:pPr>
            <a:r>
              <a:rPr sz="1425" b="1">
                <a:solidFill>
                  <a:srgbClr val="1B2B36"/>
                </a:solidFill>
                <a:latin typeface="Arial"/>
                <a:ea typeface="Arial"/>
                <a:cs typeface="Arial"/>
              </a:rPr>
              <a:t>Adjustable confidence</a:t>
            </a:r>
          </a:p>
        </p:txBody>
      </p:sp>
      <p:sp>
        <p:nvSpPr>
          <p:cNvPr id="12" name="">
            <a:extLst xmlns:a="http://schemas.openxmlformats.org/drawingml/2006/main">
              <a:ext uri="{FF2B5EF4-FFF2-40B4-BE49-F238E27FC236}">
                <a16:creationId xmlns:a16="http://schemas.microsoft.com/office/drawing/2014/main" id="{52823C55-366B-4BCD-881F-99B688C8881D}"/>
              </a:ext>
            </a:extLst>
          </p:cNvPr>
          <p:cNvSpPr>
            <a:spLocks xmlns:a="http://schemas.openxmlformats.org/drawingml/2006/main" noGrp="1"/>
          </p:cNvSpPr>
          <p:nvPr/>
        </p:nvSpPr>
        <p:spPr>
          <a:xfrm xmlns:a="http://schemas.openxmlformats.org/drawingml/2006/main">
            <a:off x="3981450" y="2876550"/>
            <a:ext cx="672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Cutoff can be changed in 0.01 increments; export names encode the selected value.</a:t>
            </a:r>
          </a:p>
        </p:txBody>
      </p:sp>
      <p:sp>
        <p:nvSpPr>
          <p:cNvPr id="13" name="">
            <a:extLst xmlns:a="http://schemas.openxmlformats.org/drawingml/2006/main">
              <a:ext uri="{FF2B5EF4-FFF2-40B4-BE49-F238E27FC236}">
                <a16:creationId xmlns:a16="http://schemas.microsoft.com/office/drawing/2014/main" id="{4D0BDCAD-8C58-422A-8D30-AA34C122BF6F}"/>
              </a:ext>
            </a:extLst>
          </p:cNvPr>
          <p:cNvSpPr>
            <a:spLocks xmlns:a="http://schemas.openxmlformats.org/drawingml/2006/main" noGrp="1"/>
          </p:cNvSpPr>
          <p:nvPr/>
        </p:nvSpPr>
        <p:spPr>
          <a:xfrm xmlns:a="http://schemas.openxmlformats.org/drawingml/2006/main">
            <a:off x="1314450" y="3486150"/>
            <a:ext cx="9334500" cy="9525"/>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46F586-586A-44A1-A179-24470C83387D}"/>
              </a:ext>
            </a:extLst>
          </p:cNvPr>
          <p:cNvSpPr>
            <a:spLocks xmlns:a="http://schemas.openxmlformats.org/drawingml/2006/main" noGrp="1"/>
          </p:cNvSpPr>
          <p:nvPr/>
        </p:nvSpPr>
        <p:spPr>
          <a:xfrm xmlns:a="http://schemas.openxmlformats.org/drawingml/2006/main">
            <a:off x="781050" y="3771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B4AAAA16-40B0-4F01-931A-B8B1D75EAC06}"/>
              </a:ext>
            </a:extLst>
          </p:cNvPr>
          <p:cNvSpPr>
            <a:spLocks xmlns:a="http://schemas.openxmlformats.org/drawingml/2006/main" noGrp="1"/>
          </p:cNvSpPr>
          <p:nvPr/>
        </p:nvSpPr>
        <p:spPr>
          <a:xfrm xmlns:a="http://schemas.openxmlformats.org/drawingml/2006/main">
            <a:off x="1314450" y="3771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B2B36"/>
                </a:solidFill>
                <a:latin typeface="Arial"/>
                <a:ea typeface="Arial"/>
                <a:cs typeface="Arial"/>
              </a:defRPr>
            </a:defPPr>
            <a:lvl1pPr algn="l">
              <a:defRPr sz="1425" b="1">
                <a:solidFill>
                  <a:srgbClr val="1B2B36"/>
                </a:solidFill>
                <a:latin typeface="Arial"/>
                <a:ea typeface="Arial"/>
                <a:cs typeface="Arial"/>
              </a:defRPr>
            </a:lvl1pPr>
            <a:lvl2pPr algn="l">
              <a:defRPr sz="1425" b="1">
                <a:solidFill>
                  <a:srgbClr val="1B2B36"/>
                </a:solidFill>
                <a:latin typeface="Arial"/>
                <a:ea typeface="Arial"/>
                <a:cs typeface="Arial"/>
              </a:defRPr>
            </a:lvl2pPr>
            <a:lvl3pPr algn="l">
              <a:defRPr sz="1425" b="1">
                <a:solidFill>
                  <a:srgbClr val="1B2B36"/>
                </a:solidFill>
                <a:latin typeface="Arial"/>
                <a:ea typeface="Arial"/>
                <a:cs typeface="Arial"/>
              </a:defRPr>
            </a:lvl3pPr>
            <a:lvl4pPr algn="l">
              <a:defRPr sz="1425" b="1">
                <a:solidFill>
                  <a:srgbClr val="1B2B36"/>
                </a:solidFill>
                <a:latin typeface="Arial"/>
                <a:ea typeface="Arial"/>
                <a:cs typeface="Arial"/>
              </a:defRPr>
            </a:lvl4pPr>
            <a:lvl5pPr algn="l">
              <a:defRPr sz="1425" b="1">
                <a:solidFill>
                  <a:srgbClr val="1B2B36"/>
                </a:solidFill>
                <a:latin typeface="Arial"/>
                <a:ea typeface="Arial"/>
                <a:cs typeface="Arial"/>
              </a:defRPr>
            </a:lvl5pPr>
            <a:lvl6pPr algn="l">
              <a:defRPr sz="1425" b="1">
                <a:solidFill>
                  <a:srgbClr val="1B2B36"/>
                </a:solidFill>
                <a:latin typeface="Arial"/>
                <a:ea typeface="Arial"/>
                <a:cs typeface="Arial"/>
              </a:defRPr>
            </a:lvl6pPr>
            <a:lvl7pPr algn="l">
              <a:defRPr sz="1425" b="1">
                <a:solidFill>
                  <a:srgbClr val="1B2B36"/>
                </a:solidFill>
                <a:latin typeface="Arial"/>
                <a:ea typeface="Arial"/>
                <a:cs typeface="Arial"/>
              </a:defRPr>
            </a:lvl7pPr>
            <a:lvl8pPr algn="l">
              <a:defRPr sz="1425" b="1">
                <a:solidFill>
                  <a:srgbClr val="1B2B36"/>
                </a:solidFill>
                <a:latin typeface="Arial"/>
                <a:ea typeface="Arial"/>
                <a:cs typeface="Arial"/>
              </a:defRPr>
            </a:lvl8pPr>
            <a:lvl9pPr algn="l">
              <a:defRPr sz="1425" b="1">
                <a:solidFill>
                  <a:srgbClr val="1B2B36"/>
                </a:solidFill>
                <a:latin typeface="Arial"/>
                <a:ea typeface="Arial"/>
                <a:cs typeface="Arial"/>
              </a:defRPr>
            </a:lvl9pPr>
          </a:lstStyle>
          <a:p xmlns:a="http://schemas.openxmlformats.org/drawingml/2006/main">
            <a:pPr algn="l">
              <a:defRPr sz="1425" b="1">
                <a:solidFill>
                  <a:srgbClr val="1B2B36"/>
                </a:solidFill>
                <a:latin typeface="Arial"/>
                <a:ea typeface="Arial"/>
                <a:cs typeface="Arial"/>
              </a:defRPr>
            </a:pPr>
            <a:r>
              <a:rPr sz="1425" b="1">
                <a:solidFill>
                  <a:srgbClr val="1B2B36"/>
                </a:solidFill>
                <a:latin typeface="Arial"/>
                <a:ea typeface="Arial"/>
                <a:cs typeface="Arial"/>
              </a:rPr>
              <a:t>Tile preview</a:t>
            </a:r>
          </a:p>
        </p:txBody>
      </p:sp>
      <p:sp>
        <p:nvSpPr>
          <p:cNvPr id="16" name="">
            <a:extLst xmlns:a="http://schemas.openxmlformats.org/drawingml/2006/main">
              <a:ext uri="{FF2B5EF4-FFF2-40B4-BE49-F238E27FC236}">
                <a16:creationId xmlns:a16="http://schemas.microsoft.com/office/drawing/2014/main" id="{7EB47D81-394F-4171-9394-DA801771C74A}"/>
              </a:ext>
            </a:extLst>
          </p:cNvPr>
          <p:cNvSpPr>
            <a:spLocks xmlns:a="http://schemas.openxmlformats.org/drawingml/2006/main" noGrp="1"/>
          </p:cNvSpPr>
          <p:nvPr/>
        </p:nvSpPr>
        <p:spPr>
          <a:xfrm xmlns:a="http://schemas.openxmlformats.org/drawingml/2006/main">
            <a:off x="3981450" y="3771900"/>
            <a:ext cx="672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Earth Engine serves preview tiles; feature geometries are not pulled into Colab for display.</a:t>
            </a:r>
          </a:p>
        </p:txBody>
      </p:sp>
      <p:sp>
        <p:nvSpPr>
          <p:cNvPr id="17" name="">
            <a:extLst xmlns:a="http://schemas.openxmlformats.org/drawingml/2006/main">
              <a:ext uri="{FF2B5EF4-FFF2-40B4-BE49-F238E27FC236}">
                <a16:creationId xmlns:a16="http://schemas.microsoft.com/office/drawing/2014/main" id="{1E2621C9-E04A-4868-9726-4EE137A7D9F5}"/>
              </a:ext>
            </a:extLst>
          </p:cNvPr>
          <p:cNvSpPr>
            <a:spLocks xmlns:a="http://schemas.openxmlformats.org/drawingml/2006/main" noGrp="1"/>
          </p:cNvSpPr>
          <p:nvPr/>
        </p:nvSpPr>
        <p:spPr>
          <a:xfrm xmlns:a="http://schemas.openxmlformats.org/drawingml/2006/main">
            <a:off x="1314450" y="4381500"/>
            <a:ext cx="9334500" cy="9525"/>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8520B13-F059-4384-A9F3-A775349E80B1}"/>
              </a:ext>
            </a:extLst>
          </p:cNvPr>
          <p:cNvSpPr>
            <a:spLocks xmlns:a="http://schemas.openxmlformats.org/drawingml/2006/main" noGrp="1"/>
          </p:cNvSpPr>
          <p:nvPr/>
        </p:nvSpPr>
        <p:spPr>
          <a:xfrm xmlns:a="http://schemas.openxmlformats.org/drawingml/2006/main">
            <a:off x="781050" y="46672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ED2870E6-591A-414B-A22F-6ED42AB5D4CC}"/>
              </a:ext>
            </a:extLst>
          </p:cNvPr>
          <p:cNvSpPr>
            <a:spLocks xmlns:a="http://schemas.openxmlformats.org/drawingml/2006/main" noGrp="1"/>
          </p:cNvSpPr>
          <p:nvPr/>
        </p:nvSpPr>
        <p:spPr>
          <a:xfrm xmlns:a="http://schemas.openxmlformats.org/drawingml/2006/main">
            <a:off x="1314450" y="4667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B2B36"/>
                </a:solidFill>
                <a:latin typeface="Arial"/>
                <a:ea typeface="Arial"/>
                <a:cs typeface="Arial"/>
              </a:defRPr>
            </a:defPPr>
            <a:lvl1pPr algn="l">
              <a:defRPr sz="1425" b="1">
                <a:solidFill>
                  <a:srgbClr val="1B2B36"/>
                </a:solidFill>
                <a:latin typeface="Arial"/>
                <a:ea typeface="Arial"/>
                <a:cs typeface="Arial"/>
              </a:defRPr>
            </a:lvl1pPr>
            <a:lvl2pPr algn="l">
              <a:defRPr sz="1425" b="1">
                <a:solidFill>
                  <a:srgbClr val="1B2B36"/>
                </a:solidFill>
                <a:latin typeface="Arial"/>
                <a:ea typeface="Arial"/>
                <a:cs typeface="Arial"/>
              </a:defRPr>
            </a:lvl2pPr>
            <a:lvl3pPr algn="l">
              <a:defRPr sz="1425" b="1">
                <a:solidFill>
                  <a:srgbClr val="1B2B36"/>
                </a:solidFill>
                <a:latin typeface="Arial"/>
                <a:ea typeface="Arial"/>
                <a:cs typeface="Arial"/>
              </a:defRPr>
            </a:lvl3pPr>
            <a:lvl4pPr algn="l">
              <a:defRPr sz="1425" b="1">
                <a:solidFill>
                  <a:srgbClr val="1B2B36"/>
                </a:solidFill>
                <a:latin typeface="Arial"/>
                <a:ea typeface="Arial"/>
                <a:cs typeface="Arial"/>
              </a:defRPr>
            </a:lvl4pPr>
            <a:lvl5pPr algn="l">
              <a:defRPr sz="1425" b="1">
                <a:solidFill>
                  <a:srgbClr val="1B2B36"/>
                </a:solidFill>
                <a:latin typeface="Arial"/>
                <a:ea typeface="Arial"/>
                <a:cs typeface="Arial"/>
              </a:defRPr>
            </a:lvl5pPr>
            <a:lvl6pPr algn="l">
              <a:defRPr sz="1425" b="1">
                <a:solidFill>
                  <a:srgbClr val="1B2B36"/>
                </a:solidFill>
                <a:latin typeface="Arial"/>
                <a:ea typeface="Arial"/>
                <a:cs typeface="Arial"/>
              </a:defRPr>
            </a:lvl6pPr>
            <a:lvl7pPr algn="l">
              <a:defRPr sz="1425" b="1">
                <a:solidFill>
                  <a:srgbClr val="1B2B36"/>
                </a:solidFill>
                <a:latin typeface="Arial"/>
                <a:ea typeface="Arial"/>
                <a:cs typeface="Arial"/>
              </a:defRPr>
            </a:lvl7pPr>
            <a:lvl8pPr algn="l">
              <a:defRPr sz="1425" b="1">
                <a:solidFill>
                  <a:srgbClr val="1B2B36"/>
                </a:solidFill>
                <a:latin typeface="Arial"/>
                <a:ea typeface="Arial"/>
                <a:cs typeface="Arial"/>
              </a:defRPr>
            </a:lvl8pPr>
            <a:lvl9pPr algn="l">
              <a:defRPr sz="1425" b="1">
                <a:solidFill>
                  <a:srgbClr val="1B2B36"/>
                </a:solidFill>
                <a:latin typeface="Arial"/>
                <a:ea typeface="Arial"/>
                <a:cs typeface="Arial"/>
              </a:defRPr>
            </a:lvl9pPr>
          </a:lstStyle>
          <a:p xmlns:a="http://schemas.openxmlformats.org/drawingml/2006/main">
            <a:pPr algn="l">
              <a:defRPr sz="1425" b="1">
                <a:solidFill>
                  <a:srgbClr val="1B2B36"/>
                </a:solidFill>
                <a:latin typeface="Arial"/>
                <a:ea typeface="Arial"/>
                <a:cs typeface="Arial"/>
              </a:defRPr>
            </a:pPr>
            <a:r>
              <a:rPr sz="1425" b="1">
                <a:solidFill>
                  <a:srgbClr val="1B2B36"/>
                </a:solidFill>
                <a:latin typeface="Arial"/>
                <a:ea typeface="Arial"/>
                <a:cs typeface="Arial"/>
              </a:rPr>
              <a:t>Lightweight refresh</a:t>
            </a:r>
          </a:p>
        </p:txBody>
      </p:sp>
      <p:sp>
        <p:nvSpPr>
          <p:cNvPr id="20" name="">
            <a:extLst xmlns:a="http://schemas.openxmlformats.org/drawingml/2006/main">
              <a:ext uri="{FF2B5EF4-FFF2-40B4-BE49-F238E27FC236}">
                <a16:creationId xmlns:a16="http://schemas.microsoft.com/office/drawing/2014/main" id="{2502461B-D161-4847-B777-53718D5D29B8}"/>
              </a:ext>
            </a:extLst>
          </p:cNvPr>
          <p:cNvSpPr>
            <a:spLocks xmlns:a="http://schemas.openxmlformats.org/drawingml/2006/main" noGrp="1"/>
          </p:cNvSpPr>
          <p:nvPr/>
        </p:nvSpPr>
        <p:spPr>
          <a:xfrm xmlns:a="http://schemas.openxmlformats.org/drawingml/2006/main">
            <a:off x="3981450" y="4667250"/>
            <a:ext cx="672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The final cell can re-export the boundary and metadata without repeating the footprint export.</a:t>
            </a:r>
          </a:p>
        </p:txBody>
      </p:sp>
      <p:sp>
        <p:nvSpPr>
          <p:cNvPr id="21" name="">
            <a:extLst xmlns:a="http://schemas.openxmlformats.org/drawingml/2006/main">
              <a:ext uri="{FF2B5EF4-FFF2-40B4-BE49-F238E27FC236}">
                <a16:creationId xmlns:a16="http://schemas.microsoft.com/office/drawing/2014/main" id="{5E56C357-F4CD-4707-8278-26090DD318C2}"/>
              </a:ext>
            </a:extLst>
          </p:cNvPr>
          <p:cNvSpPr>
            <a:spLocks xmlns:a="http://schemas.openxmlformats.org/drawingml/2006/main" noGrp="1"/>
          </p:cNvSpPr>
          <p:nvPr/>
        </p:nvSpPr>
        <p:spPr>
          <a:xfrm xmlns:a="http://schemas.openxmlformats.org/drawingml/2006/main">
            <a:off x="762000" y="5657850"/>
            <a:ext cx="10258425" cy="419100"/>
          </a:xfrm>
          <a:prstGeom xmlns:a="http://schemas.openxmlformats.org/drawingml/2006/main" prst="rect">
            <a:avLst/>
          </a:prstGeom>
          <a:solidFill xmlns:a="http://schemas.openxmlformats.org/drawingml/2006/main">
            <a:srgbClr val="E8F1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83FC6F-3773-4AF8-8EE5-026D3AC527B0}"/>
              </a:ext>
            </a:extLst>
          </p:cNvPr>
          <p:cNvSpPr>
            <a:spLocks xmlns:a="http://schemas.openxmlformats.org/drawingml/2006/main" noGrp="1"/>
          </p:cNvSpPr>
          <p:nvPr/>
        </p:nvSpPr>
        <p:spPr>
          <a:xfrm xmlns:a="http://schemas.openxmlformats.org/drawingml/2006/main">
            <a:off x="933450" y="5715000"/>
            <a:ext cx="9886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Resource choice: reuse the public footprint layer; avoid training and bulk image downloads for this scope.</a:t>
            </a:r>
          </a:p>
        </p:txBody>
      </p:sp>
    </p:spTree>
    <p:extLst>
      <p:ext uri="{BB962C8B-B14F-4D97-AF65-F5344CB8AC3E}">
        <p14:creationId xmlns:p14="http://schemas.microsoft.com/office/powerpoint/2010/main" val="1969710778"/>
      </p:ext>
    </p:extLst>
  </p:cSld>
</p:sld>
</file>

<file path=ppt/slides/slide7.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38D3EF0-010E-473E-AF28-1B2991285A28}"/>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06  /  RESULTS</a:t>
            </a:r>
          </a:p>
        </p:txBody>
      </p:sp>
      <p:sp>
        <p:nvSpPr>
          <p:cNvPr id="2" name="">
            <a:extLst xmlns:a="http://schemas.openxmlformats.org/drawingml/2006/main">
              <a:ext uri="{FF2B5EF4-FFF2-40B4-BE49-F238E27FC236}">
                <a16:creationId xmlns:a16="http://schemas.microsoft.com/office/drawing/2014/main" id="{DC38B886-F507-46A9-A165-A35B3661403F}"/>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Ikeja export profile</a:t>
            </a:r>
          </a:p>
        </p:txBody>
      </p:sp>
      <p:sp>
        <p:nvSpPr>
          <p:cNvPr id="3" name="">
            <a:extLst xmlns:a="http://schemas.openxmlformats.org/drawingml/2006/main">
              <a:ext uri="{FF2B5EF4-FFF2-40B4-BE49-F238E27FC236}">
                <a16:creationId xmlns:a16="http://schemas.microsoft.com/office/drawing/2014/main" id="{880C59E7-2B00-4578-9134-7F2666628AA6}"/>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3355B6-8F6C-446A-AC0C-B10C43C48E94}"/>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07 / 12</a:t>
            </a:r>
          </a:p>
        </p:txBody>
      </p:sp>
      <p:sp>
        <p:nvSpPr>
          <p:cNvPr id="5" name="">
            <a:extLst xmlns:a="http://schemas.openxmlformats.org/drawingml/2006/main">
              <a:ext uri="{FF2B5EF4-FFF2-40B4-BE49-F238E27FC236}">
                <a16:creationId xmlns:a16="http://schemas.microsoft.com/office/drawing/2014/main" id="{E35B0AD2-FFBF-4764-BC6D-B6C06DC9314D}"/>
              </a:ext>
            </a:extLst>
          </p:cNvPr>
          <p:cNvSpPr>
            <a:spLocks xmlns:a="http://schemas.openxmlformats.org/drawingml/2006/main" noGrp="1"/>
          </p:cNvSpPr>
          <p:nvPr/>
        </p:nvSpPr>
        <p:spPr>
          <a:xfrm xmlns:a="http://schemas.openxmlformats.org/drawingml/2006/main">
            <a:off x="752475" y="1428750"/>
            <a:ext cx="4238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75" b="1">
                <a:solidFill>
                  <a:srgbClr val="00836E"/>
                </a:solidFill>
                <a:latin typeface="Arial"/>
                <a:ea typeface="Arial"/>
                <a:cs typeface="Arial"/>
              </a:defRPr>
            </a:defPPr>
            <a:lvl1pPr algn="l">
              <a:defRPr sz="4875" b="1">
                <a:solidFill>
                  <a:srgbClr val="00836E"/>
                </a:solidFill>
                <a:latin typeface="Arial"/>
                <a:ea typeface="Arial"/>
                <a:cs typeface="Arial"/>
              </a:defRPr>
            </a:lvl1pPr>
            <a:lvl2pPr algn="l">
              <a:defRPr sz="4875" b="1">
                <a:solidFill>
                  <a:srgbClr val="00836E"/>
                </a:solidFill>
                <a:latin typeface="Arial"/>
                <a:ea typeface="Arial"/>
                <a:cs typeface="Arial"/>
              </a:defRPr>
            </a:lvl2pPr>
            <a:lvl3pPr algn="l">
              <a:defRPr sz="4875" b="1">
                <a:solidFill>
                  <a:srgbClr val="00836E"/>
                </a:solidFill>
                <a:latin typeface="Arial"/>
                <a:ea typeface="Arial"/>
                <a:cs typeface="Arial"/>
              </a:defRPr>
            </a:lvl3pPr>
            <a:lvl4pPr algn="l">
              <a:defRPr sz="4875" b="1">
                <a:solidFill>
                  <a:srgbClr val="00836E"/>
                </a:solidFill>
                <a:latin typeface="Arial"/>
                <a:ea typeface="Arial"/>
                <a:cs typeface="Arial"/>
              </a:defRPr>
            </a:lvl4pPr>
            <a:lvl5pPr algn="l">
              <a:defRPr sz="4875" b="1">
                <a:solidFill>
                  <a:srgbClr val="00836E"/>
                </a:solidFill>
                <a:latin typeface="Arial"/>
                <a:ea typeface="Arial"/>
                <a:cs typeface="Arial"/>
              </a:defRPr>
            </a:lvl5pPr>
            <a:lvl6pPr algn="l">
              <a:defRPr sz="4875" b="1">
                <a:solidFill>
                  <a:srgbClr val="00836E"/>
                </a:solidFill>
                <a:latin typeface="Arial"/>
                <a:ea typeface="Arial"/>
                <a:cs typeface="Arial"/>
              </a:defRPr>
            </a:lvl6pPr>
            <a:lvl7pPr algn="l">
              <a:defRPr sz="4875" b="1">
                <a:solidFill>
                  <a:srgbClr val="00836E"/>
                </a:solidFill>
                <a:latin typeface="Arial"/>
                <a:ea typeface="Arial"/>
                <a:cs typeface="Arial"/>
              </a:defRPr>
            </a:lvl7pPr>
            <a:lvl8pPr algn="l">
              <a:defRPr sz="4875" b="1">
                <a:solidFill>
                  <a:srgbClr val="00836E"/>
                </a:solidFill>
                <a:latin typeface="Arial"/>
                <a:ea typeface="Arial"/>
                <a:cs typeface="Arial"/>
              </a:defRPr>
            </a:lvl8pPr>
            <a:lvl9pPr algn="l">
              <a:defRPr sz="4875" b="1">
                <a:solidFill>
                  <a:srgbClr val="00836E"/>
                </a:solidFill>
                <a:latin typeface="Arial"/>
                <a:ea typeface="Arial"/>
                <a:cs typeface="Arial"/>
              </a:defRPr>
            </a:lvl9pPr>
          </a:lstStyle>
          <a:p xmlns:a="http://schemas.openxmlformats.org/drawingml/2006/main">
            <a:pPr algn="l">
              <a:defRPr sz="4875" b="1">
                <a:solidFill>
                  <a:srgbClr val="00836E"/>
                </a:solidFill>
                <a:latin typeface="Arial"/>
                <a:ea typeface="Arial"/>
                <a:cs typeface="Arial"/>
              </a:defRPr>
            </a:pPr>
            <a:r>
              <a:rPr sz="4875" b="1">
                <a:solidFill>
                  <a:srgbClr val="00836E"/>
                </a:solidFill>
                <a:latin typeface="Arial"/>
                <a:ea typeface="Arial"/>
                <a:cs typeface="Arial"/>
              </a:rPr>
              <a:t>53,437</a:t>
            </a:r>
          </a:p>
        </p:txBody>
      </p:sp>
      <p:sp>
        <p:nvSpPr>
          <p:cNvPr id="6" name="">
            <a:extLst xmlns:a="http://schemas.openxmlformats.org/drawingml/2006/main">
              <a:ext uri="{FF2B5EF4-FFF2-40B4-BE49-F238E27FC236}">
                <a16:creationId xmlns:a16="http://schemas.microsoft.com/office/drawing/2014/main" id="{0CBDA385-0A4A-4630-BDFB-E56CB3B266C2}"/>
              </a:ext>
            </a:extLst>
          </p:cNvPr>
          <p:cNvSpPr>
            <a:spLocks xmlns:a="http://schemas.openxmlformats.org/drawingml/2006/main" noGrp="1"/>
          </p:cNvSpPr>
          <p:nvPr/>
        </p:nvSpPr>
        <p:spPr>
          <a:xfrm xmlns:a="http://schemas.openxmlformats.org/drawingml/2006/main">
            <a:off x="800100" y="23336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model-derived footprint predictions</a:t>
            </a:r>
          </a:p>
        </p:txBody>
      </p:sp>
      <p:sp>
        <p:nvSpPr>
          <p:cNvPr id="7" name="">
            <a:extLst xmlns:a="http://schemas.openxmlformats.org/drawingml/2006/main">
              <a:ext uri="{FF2B5EF4-FFF2-40B4-BE49-F238E27FC236}">
                <a16:creationId xmlns:a16="http://schemas.microsoft.com/office/drawing/2014/main" id="{5D5D7D71-8962-4C3E-BABF-311E1BC4A8A4}"/>
              </a:ext>
            </a:extLst>
          </p:cNvPr>
          <p:cNvSpPr>
            <a:spLocks xmlns:a="http://schemas.openxmlformats.org/drawingml/2006/main" noGrp="1"/>
          </p:cNvSpPr>
          <p:nvPr/>
        </p:nvSpPr>
        <p:spPr>
          <a:xfrm xmlns:a="http://schemas.openxmlformats.org/drawingml/2006/main">
            <a:off x="6248400" y="1447800"/>
            <a:ext cx="28575" cy="3857625"/>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4187D5-3ED9-4C33-8A17-F788AC37BB9E}"/>
              </a:ext>
            </a:extLst>
          </p:cNvPr>
          <p:cNvSpPr>
            <a:spLocks xmlns:a="http://schemas.openxmlformats.org/drawingml/2006/main" noGrp="1"/>
          </p:cNvSpPr>
          <p:nvPr/>
        </p:nvSpPr>
        <p:spPr>
          <a:xfrm xmlns:a="http://schemas.openxmlformats.org/drawingml/2006/main">
            <a:off x="6762750" y="1562100"/>
            <a:ext cx="2571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5344D"/>
                </a:solidFill>
                <a:latin typeface="Arial"/>
                <a:ea typeface="Arial"/>
                <a:cs typeface="Arial"/>
              </a:defRPr>
            </a:defPPr>
            <a:lvl1pPr algn="l">
              <a:defRPr sz="2850" b="1">
                <a:solidFill>
                  <a:srgbClr val="15344D"/>
                </a:solidFill>
                <a:latin typeface="Arial"/>
                <a:ea typeface="Arial"/>
                <a:cs typeface="Arial"/>
              </a:defRPr>
            </a:lvl1pPr>
            <a:lvl2pPr algn="l">
              <a:defRPr sz="2850" b="1">
                <a:solidFill>
                  <a:srgbClr val="15344D"/>
                </a:solidFill>
                <a:latin typeface="Arial"/>
                <a:ea typeface="Arial"/>
                <a:cs typeface="Arial"/>
              </a:defRPr>
            </a:lvl2pPr>
            <a:lvl3pPr algn="l">
              <a:defRPr sz="2850" b="1">
                <a:solidFill>
                  <a:srgbClr val="15344D"/>
                </a:solidFill>
                <a:latin typeface="Arial"/>
                <a:ea typeface="Arial"/>
                <a:cs typeface="Arial"/>
              </a:defRPr>
            </a:lvl3pPr>
            <a:lvl4pPr algn="l">
              <a:defRPr sz="2850" b="1">
                <a:solidFill>
                  <a:srgbClr val="15344D"/>
                </a:solidFill>
                <a:latin typeface="Arial"/>
                <a:ea typeface="Arial"/>
                <a:cs typeface="Arial"/>
              </a:defRPr>
            </a:lvl4pPr>
            <a:lvl5pPr algn="l">
              <a:defRPr sz="2850" b="1">
                <a:solidFill>
                  <a:srgbClr val="15344D"/>
                </a:solidFill>
                <a:latin typeface="Arial"/>
                <a:ea typeface="Arial"/>
                <a:cs typeface="Arial"/>
              </a:defRPr>
            </a:lvl5pPr>
            <a:lvl6pPr algn="l">
              <a:defRPr sz="2850" b="1">
                <a:solidFill>
                  <a:srgbClr val="15344D"/>
                </a:solidFill>
                <a:latin typeface="Arial"/>
                <a:ea typeface="Arial"/>
                <a:cs typeface="Arial"/>
              </a:defRPr>
            </a:lvl6pPr>
            <a:lvl7pPr algn="l">
              <a:defRPr sz="2850" b="1">
                <a:solidFill>
                  <a:srgbClr val="15344D"/>
                </a:solidFill>
                <a:latin typeface="Arial"/>
                <a:ea typeface="Arial"/>
                <a:cs typeface="Arial"/>
              </a:defRPr>
            </a:lvl7pPr>
            <a:lvl8pPr algn="l">
              <a:defRPr sz="2850" b="1">
                <a:solidFill>
                  <a:srgbClr val="15344D"/>
                </a:solidFill>
                <a:latin typeface="Arial"/>
                <a:ea typeface="Arial"/>
                <a:cs typeface="Arial"/>
              </a:defRPr>
            </a:lvl8pPr>
            <a:lvl9pPr algn="l">
              <a:defRPr sz="2850" b="1">
                <a:solidFill>
                  <a:srgbClr val="15344D"/>
                </a:solidFill>
                <a:latin typeface="Arial"/>
                <a:ea typeface="Arial"/>
                <a:cs typeface="Arial"/>
              </a:defRPr>
            </a:lvl9pPr>
          </a:lstStyle>
          <a:p xmlns:a="http://schemas.openxmlformats.org/drawingml/2006/main">
            <a:pPr algn="l">
              <a:defRPr sz="2850" b="1">
                <a:solidFill>
                  <a:srgbClr val="15344D"/>
                </a:solidFill>
                <a:latin typeface="Arial"/>
                <a:ea typeface="Arial"/>
                <a:cs typeface="Arial"/>
              </a:defRPr>
            </a:pPr>
            <a:r>
              <a:rPr sz="2850" b="1">
                <a:solidFill>
                  <a:srgbClr val="15344D"/>
                </a:solidFill>
                <a:latin typeface="Arial"/>
                <a:ea typeface="Arial"/>
                <a:cs typeface="Arial"/>
              </a:rPr>
              <a:t>1,161</a:t>
            </a:r>
          </a:p>
        </p:txBody>
      </p:sp>
      <p:sp>
        <p:nvSpPr>
          <p:cNvPr id="9" name="">
            <a:extLst xmlns:a="http://schemas.openxmlformats.org/drawingml/2006/main">
              <a:ext uri="{FF2B5EF4-FFF2-40B4-BE49-F238E27FC236}">
                <a16:creationId xmlns:a16="http://schemas.microsoft.com/office/drawing/2014/main" id="{A3B931A9-FA5A-42CD-8496-62AFE0A80820}"/>
              </a:ext>
            </a:extLst>
          </p:cNvPr>
          <p:cNvSpPr>
            <a:spLocks xmlns:a="http://schemas.openxmlformats.org/drawingml/2006/main" noGrp="1"/>
          </p:cNvSpPr>
          <p:nvPr/>
        </p:nvSpPr>
        <p:spPr>
          <a:xfrm xmlns:a="http://schemas.openxmlformats.org/drawingml/2006/main">
            <a:off x="6781800" y="2076450"/>
            <a:ext cx="4067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predictions per km² of reported boundary area</a:t>
            </a:r>
          </a:p>
        </p:txBody>
      </p:sp>
      <p:sp>
        <p:nvSpPr>
          <p:cNvPr id="10" name="">
            <a:extLst xmlns:a="http://schemas.openxmlformats.org/drawingml/2006/main">
              <a:ext uri="{FF2B5EF4-FFF2-40B4-BE49-F238E27FC236}">
                <a16:creationId xmlns:a16="http://schemas.microsoft.com/office/drawing/2014/main" id="{967C1BD8-0B4D-489E-A401-1127B0946828}"/>
              </a:ext>
            </a:extLst>
          </p:cNvPr>
          <p:cNvSpPr>
            <a:spLocks xmlns:a="http://schemas.openxmlformats.org/drawingml/2006/main" noGrp="1"/>
          </p:cNvSpPr>
          <p:nvPr/>
        </p:nvSpPr>
        <p:spPr>
          <a:xfrm xmlns:a="http://schemas.openxmlformats.org/drawingml/2006/main">
            <a:off x="6762750" y="2971800"/>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5344D"/>
                </a:solidFill>
                <a:latin typeface="Arial"/>
                <a:ea typeface="Arial"/>
                <a:cs typeface="Arial"/>
              </a:defRPr>
            </a:defPPr>
            <a:lvl1pPr algn="l">
              <a:defRPr sz="2250" b="1">
                <a:solidFill>
                  <a:srgbClr val="15344D"/>
                </a:solidFill>
                <a:latin typeface="Arial"/>
                <a:ea typeface="Arial"/>
                <a:cs typeface="Arial"/>
              </a:defRPr>
            </a:lvl1pPr>
            <a:lvl2pPr algn="l">
              <a:defRPr sz="2250" b="1">
                <a:solidFill>
                  <a:srgbClr val="15344D"/>
                </a:solidFill>
                <a:latin typeface="Arial"/>
                <a:ea typeface="Arial"/>
                <a:cs typeface="Arial"/>
              </a:defRPr>
            </a:lvl2pPr>
            <a:lvl3pPr algn="l">
              <a:defRPr sz="2250" b="1">
                <a:solidFill>
                  <a:srgbClr val="15344D"/>
                </a:solidFill>
                <a:latin typeface="Arial"/>
                <a:ea typeface="Arial"/>
                <a:cs typeface="Arial"/>
              </a:defRPr>
            </a:lvl3pPr>
            <a:lvl4pPr algn="l">
              <a:defRPr sz="2250" b="1">
                <a:solidFill>
                  <a:srgbClr val="15344D"/>
                </a:solidFill>
                <a:latin typeface="Arial"/>
                <a:ea typeface="Arial"/>
                <a:cs typeface="Arial"/>
              </a:defRPr>
            </a:lvl4pPr>
            <a:lvl5pPr algn="l">
              <a:defRPr sz="2250" b="1">
                <a:solidFill>
                  <a:srgbClr val="15344D"/>
                </a:solidFill>
                <a:latin typeface="Arial"/>
                <a:ea typeface="Arial"/>
                <a:cs typeface="Arial"/>
              </a:defRPr>
            </a:lvl5pPr>
            <a:lvl6pPr algn="l">
              <a:defRPr sz="2250" b="1">
                <a:solidFill>
                  <a:srgbClr val="15344D"/>
                </a:solidFill>
                <a:latin typeface="Arial"/>
                <a:ea typeface="Arial"/>
                <a:cs typeface="Arial"/>
              </a:defRPr>
            </a:lvl6pPr>
            <a:lvl7pPr algn="l">
              <a:defRPr sz="2250" b="1">
                <a:solidFill>
                  <a:srgbClr val="15344D"/>
                </a:solidFill>
                <a:latin typeface="Arial"/>
                <a:ea typeface="Arial"/>
                <a:cs typeface="Arial"/>
              </a:defRPr>
            </a:lvl7pPr>
            <a:lvl8pPr algn="l">
              <a:defRPr sz="2250" b="1">
                <a:solidFill>
                  <a:srgbClr val="15344D"/>
                </a:solidFill>
                <a:latin typeface="Arial"/>
                <a:ea typeface="Arial"/>
                <a:cs typeface="Arial"/>
              </a:defRPr>
            </a:lvl8pPr>
            <a:lvl9pPr algn="l">
              <a:defRPr sz="2250" b="1">
                <a:solidFill>
                  <a:srgbClr val="15344D"/>
                </a:solidFill>
                <a:latin typeface="Arial"/>
                <a:ea typeface="Arial"/>
                <a:cs typeface="Arial"/>
              </a:defRPr>
            </a:lvl9pPr>
          </a:lstStyle>
          <a:p xmlns:a="http://schemas.openxmlformats.org/drawingml/2006/main">
            <a:pPr algn="l">
              <a:defRPr sz="2250" b="1">
                <a:solidFill>
                  <a:srgbClr val="15344D"/>
                </a:solidFill>
                <a:latin typeface="Arial"/>
                <a:ea typeface="Arial"/>
                <a:cs typeface="Arial"/>
              </a:defRPr>
            </a:pPr>
            <a:r>
              <a:rPr sz="2250" b="1">
                <a:solidFill>
                  <a:srgbClr val="15344D"/>
                </a:solidFill>
                <a:latin typeface="Arial"/>
                <a:ea typeface="Arial"/>
                <a:cs typeface="Arial"/>
              </a:rPr>
              <a:t>53,434</a:t>
            </a:r>
          </a:p>
        </p:txBody>
      </p:sp>
      <p:sp>
        <p:nvSpPr>
          <p:cNvPr id="11" name="">
            <a:extLst xmlns:a="http://schemas.openxmlformats.org/drawingml/2006/main">
              <a:ext uri="{FF2B5EF4-FFF2-40B4-BE49-F238E27FC236}">
                <a16:creationId xmlns:a16="http://schemas.microsoft.com/office/drawing/2014/main" id="{80D6CF82-210F-49B3-B5FF-4C29F68B5BB7}"/>
              </a:ext>
            </a:extLst>
          </p:cNvPr>
          <p:cNvSpPr>
            <a:spLocks xmlns:a="http://schemas.openxmlformats.org/drawingml/2006/main" noGrp="1"/>
          </p:cNvSpPr>
          <p:nvPr/>
        </p:nvSpPr>
        <p:spPr>
          <a:xfrm xmlns:a="http://schemas.openxmlformats.org/drawingml/2006/main">
            <a:off x="6781800" y="3352800"/>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Polygon geometries</a:t>
            </a:r>
          </a:p>
        </p:txBody>
      </p:sp>
      <p:sp>
        <p:nvSpPr>
          <p:cNvPr id="12" name="">
            <a:extLst xmlns:a="http://schemas.openxmlformats.org/drawingml/2006/main">
              <a:ext uri="{FF2B5EF4-FFF2-40B4-BE49-F238E27FC236}">
                <a16:creationId xmlns:a16="http://schemas.microsoft.com/office/drawing/2014/main" id="{DC14A760-66D5-4B08-BEC0-7A6267FE1245}"/>
              </a:ext>
            </a:extLst>
          </p:cNvPr>
          <p:cNvSpPr>
            <a:spLocks xmlns:a="http://schemas.openxmlformats.org/drawingml/2006/main" noGrp="1"/>
          </p:cNvSpPr>
          <p:nvPr/>
        </p:nvSpPr>
        <p:spPr>
          <a:xfrm xmlns:a="http://schemas.openxmlformats.org/drawingml/2006/main">
            <a:off x="9315450" y="2971800"/>
            <a:ext cx="95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5344D"/>
                </a:solidFill>
                <a:latin typeface="Arial"/>
                <a:ea typeface="Arial"/>
                <a:cs typeface="Arial"/>
              </a:defRPr>
            </a:defPPr>
            <a:lvl1pPr algn="l">
              <a:defRPr sz="2250" b="1">
                <a:solidFill>
                  <a:srgbClr val="15344D"/>
                </a:solidFill>
                <a:latin typeface="Arial"/>
                <a:ea typeface="Arial"/>
                <a:cs typeface="Arial"/>
              </a:defRPr>
            </a:lvl1pPr>
            <a:lvl2pPr algn="l">
              <a:defRPr sz="2250" b="1">
                <a:solidFill>
                  <a:srgbClr val="15344D"/>
                </a:solidFill>
                <a:latin typeface="Arial"/>
                <a:ea typeface="Arial"/>
                <a:cs typeface="Arial"/>
              </a:defRPr>
            </a:lvl2pPr>
            <a:lvl3pPr algn="l">
              <a:defRPr sz="2250" b="1">
                <a:solidFill>
                  <a:srgbClr val="15344D"/>
                </a:solidFill>
                <a:latin typeface="Arial"/>
                <a:ea typeface="Arial"/>
                <a:cs typeface="Arial"/>
              </a:defRPr>
            </a:lvl3pPr>
            <a:lvl4pPr algn="l">
              <a:defRPr sz="2250" b="1">
                <a:solidFill>
                  <a:srgbClr val="15344D"/>
                </a:solidFill>
                <a:latin typeface="Arial"/>
                <a:ea typeface="Arial"/>
                <a:cs typeface="Arial"/>
              </a:defRPr>
            </a:lvl4pPr>
            <a:lvl5pPr algn="l">
              <a:defRPr sz="2250" b="1">
                <a:solidFill>
                  <a:srgbClr val="15344D"/>
                </a:solidFill>
                <a:latin typeface="Arial"/>
                <a:ea typeface="Arial"/>
                <a:cs typeface="Arial"/>
              </a:defRPr>
            </a:lvl5pPr>
            <a:lvl6pPr algn="l">
              <a:defRPr sz="2250" b="1">
                <a:solidFill>
                  <a:srgbClr val="15344D"/>
                </a:solidFill>
                <a:latin typeface="Arial"/>
                <a:ea typeface="Arial"/>
                <a:cs typeface="Arial"/>
              </a:defRPr>
            </a:lvl6pPr>
            <a:lvl7pPr algn="l">
              <a:defRPr sz="2250" b="1">
                <a:solidFill>
                  <a:srgbClr val="15344D"/>
                </a:solidFill>
                <a:latin typeface="Arial"/>
                <a:ea typeface="Arial"/>
                <a:cs typeface="Arial"/>
              </a:defRPr>
            </a:lvl7pPr>
            <a:lvl8pPr algn="l">
              <a:defRPr sz="2250" b="1">
                <a:solidFill>
                  <a:srgbClr val="15344D"/>
                </a:solidFill>
                <a:latin typeface="Arial"/>
                <a:ea typeface="Arial"/>
                <a:cs typeface="Arial"/>
              </a:defRPr>
            </a:lvl8pPr>
            <a:lvl9pPr algn="l">
              <a:defRPr sz="2250" b="1">
                <a:solidFill>
                  <a:srgbClr val="15344D"/>
                </a:solidFill>
                <a:latin typeface="Arial"/>
                <a:ea typeface="Arial"/>
                <a:cs typeface="Arial"/>
              </a:defRPr>
            </a:lvl9pPr>
          </a:lstStyle>
          <a:p xmlns:a="http://schemas.openxmlformats.org/drawingml/2006/main">
            <a:pPr algn="l">
              <a:defRPr sz="2250" b="1">
                <a:solidFill>
                  <a:srgbClr val="15344D"/>
                </a:solidFill>
                <a:latin typeface="Arial"/>
                <a:ea typeface="Arial"/>
                <a:cs typeface="Arial"/>
              </a:defRPr>
            </a:pPr>
            <a:r>
              <a:rPr sz="2250" b="1">
                <a:solidFill>
                  <a:srgbClr val="15344D"/>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56494C67-F305-4A47-9EFA-66C37D4A4359}"/>
              </a:ext>
            </a:extLst>
          </p:cNvPr>
          <p:cNvSpPr>
            <a:spLocks xmlns:a="http://schemas.openxmlformats.org/drawingml/2006/main" noGrp="1"/>
          </p:cNvSpPr>
          <p:nvPr/>
        </p:nvSpPr>
        <p:spPr>
          <a:xfrm xmlns:a="http://schemas.openxmlformats.org/drawingml/2006/main">
            <a:off x="9315450" y="33528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MultiPolygon geometries</a:t>
            </a:r>
          </a:p>
        </p:txBody>
      </p:sp>
      <p:sp>
        <p:nvSpPr>
          <p:cNvPr id="14" name="">
            <a:extLst xmlns:a="http://schemas.openxmlformats.org/drawingml/2006/main">
              <a:ext uri="{FF2B5EF4-FFF2-40B4-BE49-F238E27FC236}">
                <a16:creationId xmlns:a16="http://schemas.microsoft.com/office/drawing/2014/main" id="{FB8B0E53-8C73-496B-AF18-64CC9E68D45B}"/>
              </a:ext>
            </a:extLst>
          </p:cNvPr>
          <p:cNvSpPr>
            <a:spLocks xmlns:a="http://schemas.openxmlformats.org/drawingml/2006/main" noGrp="1"/>
          </p:cNvSpPr>
          <p:nvPr/>
        </p:nvSpPr>
        <p:spPr>
          <a:xfrm xmlns:a="http://schemas.openxmlformats.org/drawingml/2006/main">
            <a:off x="762000" y="4238625"/>
            <a:ext cx="102108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D26CDB-E95B-4072-A4C7-D49CE036B5F0}"/>
              </a:ext>
            </a:extLst>
          </p:cNvPr>
          <p:cNvSpPr>
            <a:spLocks xmlns:a="http://schemas.openxmlformats.org/drawingml/2006/main" noGrp="1"/>
          </p:cNvSpPr>
          <p:nvPr/>
        </p:nvSpPr>
        <p:spPr>
          <a:xfrm xmlns:a="http://schemas.openxmlformats.org/drawingml/2006/main">
            <a:off x="781050" y="45243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0836E"/>
                </a:solidFill>
                <a:latin typeface="Arial"/>
                <a:ea typeface="Arial"/>
                <a:cs typeface="Arial"/>
              </a:defRPr>
            </a:defPPr>
            <a:lvl1pPr algn="l">
              <a:defRPr sz="1425" b="1">
                <a:solidFill>
                  <a:srgbClr val="00836E"/>
                </a:solidFill>
                <a:latin typeface="Arial"/>
                <a:ea typeface="Arial"/>
                <a:cs typeface="Arial"/>
              </a:defRPr>
            </a:lvl1pPr>
            <a:lvl2pPr algn="l">
              <a:defRPr sz="1425" b="1">
                <a:solidFill>
                  <a:srgbClr val="00836E"/>
                </a:solidFill>
                <a:latin typeface="Arial"/>
                <a:ea typeface="Arial"/>
                <a:cs typeface="Arial"/>
              </a:defRPr>
            </a:lvl2pPr>
            <a:lvl3pPr algn="l">
              <a:defRPr sz="1425" b="1">
                <a:solidFill>
                  <a:srgbClr val="00836E"/>
                </a:solidFill>
                <a:latin typeface="Arial"/>
                <a:ea typeface="Arial"/>
                <a:cs typeface="Arial"/>
              </a:defRPr>
            </a:lvl3pPr>
            <a:lvl4pPr algn="l">
              <a:defRPr sz="1425" b="1">
                <a:solidFill>
                  <a:srgbClr val="00836E"/>
                </a:solidFill>
                <a:latin typeface="Arial"/>
                <a:ea typeface="Arial"/>
                <a:cs typeface="Arial"/>
              </a:defRPr>
            </a:lvl4pPr>
            <a:lvl5pPr algn="l">
              <a:defRPr sz="1425" b="1">
                <a:solidFill>
                  <a:srgbClr val="00836E"/>
                </a:solidFill>
                <a:latin typeface="Arial"/>
                <a:ea typeface="Arial"/>
                <a:cs typeface="Arial"/>
              </a:defRPr>
            </a:lvl5pPr>
            <a:lvl6pPr algn="l">
              <a:defRPr sz="1425" b="1">
                <a:solidFill>
                  <a:srgbClr val="00836E"/>
                </a:solidFill>
                <a:latin typeface="Arial"/>
                <a:ea typeface="Arial"/>
                <a:cs typeface="Arial"/>
              </a:defRPr>
            </a:lvl6pPr>
            <a:lvl7pPr algn="l">
              <a:defRPr sz="1425" b="1">
                <a:solidFill>
                  <a:srgbClr val="00836E"/>
                </a:solidFill>
                <a:latin typeface="Arial"/>
                <a:ea typeface="Arial"/>
                <a:cs typeface="Arial"/>
              </a:defRPr>
            </a:lvl7pPr>
            <a:lvl8pPr algn="l">
              <a:defRPr sz="1425" b="1">
                <a:solidFill>
                  <a:srgbClr val="00836E"/>
                </a:solidFill>
                <a:latin typeface="Arial"/>
                <a:ea typeface="Arial"/>
                <a:cs typeface="Arial"/>
              </a:defRPr>
            </a:lvl8pPr>
            <a:lvl9pPr algn="l">
              <a:defRPr sz="1425" b="1">
                <a:solidFill>
                  <a:srgbClr val="00836E"/>
                </a:solidFill>
                <a:latin typeface="Arial"/>
                <a:ea typeface="Arial"/>
                <a:cs typeface="Arial"/>
              </a:defRPr>
            </a:lvl9pPr>
          </a:lstStyle>
          <a:p xmlns:a="http://schemas.openxmlformats.org/drawingml/2006/main">
            <a:pPr algn="l">
              <a:defRPr sz="1425" b="1">
                <a:solidFill>
                  <a:srgbClr val="00836E"/>
                </a:solidFill>
                <a:latin typeface="Arial"/>
                <a:ea typeface="Arial"/>
                <a:cs typeface="Arial"/>
              </a:defRPr>
            </a:pPr>
            <a:r>
              <a:rPr sz="1425" b="1">
                <a:solidFill>
                  <a:srgbClr val="00836E"/>
                </a:solidFill>
                <a:latin typeface="Arial"/>
                <a:ea typeface="Arial"/>
                <a:cs typeface="Arial"/>
              </a:rPr>
              <a:t>Interpretation</a:t>
            </a:r>
          </a:p>
        </p:txBody>
      </p:sp>
      <p:sp>
        <p:nvSpPr>
          <p:cNvPr id="16" name="">
            <a:extLst xmlns:a="http://schemas.openxmlformats.org/drawingml/2006/main">
              <a:ext uri="{FF2B5EF4-FFF2-40B4-BE49-F238E27FC236}">
                <a16:creationId xmlns:a16="http://schemas.microsoft.com/office/drawing/2014/main" id="{54BC3BE2-4DE1-4D70-90F1-08435802390E}"/>
              </a:ext>
            </a:extLst>
          </p:cNvPr>
          <p:cNvSpPr>
            <a:spLocks xmlns:a="http://schemas.openxmlformats.org/drawingml/2006/main" noGrp="1"/>
          </p:cNvSpPr>
          <p:nvPr/>
        </p:nvSpPr>
        <p:spPr>
          <a:xfrm xmlns:a="http://schemas.openxmlformats.org/drawingml/2006/main">
            <a:off x="781050" y="4943475"/>
            <a:ext cx="100679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B2B36"/>
                </a:solidFill>
                <a:latin typeface="Arial"/>
                <a:ea typeface="Arial"/>
                <a:cs typeface="Arial"/>
              </a:defRPr>
            </a:defPPr>
            <a:lvl1pPr algn="l">
              <a:defRPr sz="1575" b="0">
                <a:solidFill>
                  <a:srgbClr val="1B2B36"/>
                </a:solidFill>
                <a:latin typeface="Arial"/>
                <a:ea typeface="Arial"/>
                <a:cs typeface="Arial"/>
              </a:defRPr>
            </a:lvl1pPr>
            <a:lvl2pPr algn="l">
              <a:defRPr sz="1575" b="0">
                <a:solidFill>
                  <a:srgbClr val="1B2B36"/>
                </a:solidFill>
                <a:latin typeface="Arial"/>
                <a:ea typeface="Arial"/>
                <a:cs typeface="Arial"/>
              </a:defRPr>
            </a:lvl2pPr>
            <a:lvl3pPr algn="l">
              <a:defRPr sz="1575" b="0">
                <a:solidFill>
                  <a:srgbClr val="1B2B36"/>
                </a:solidFill>
                <a:latin typeface="Arial"/>
                <a:ea typeface="Arial"/>
                <a:cs typeface="Arial"/>
              </a:defRPr>
            </a:lvl3pPr>
            <a:lvl4pPr algn="l">
              <a:defRPr sz="1575" b="0">
                <a:solidFill>
                  <a:srgbClr val="1B2B36"/>
                </a:solidFill>
                <a:latin typeface="Arial"/>
                <a:ea typeface="Arial"/>
                <a:cs typeface="Arial"/>
              </a:defRPr>
            </a:lvl4pPr>
            <a:lvl5pPr algn="l">
              <a:defRPr sz="1575" b="0">
                <a:solidFill>
                  <a:srgbClr val="1B2B36"/>
                </a:solidFill>
                <a:latin typeface="Arial"/>
                <a:ea typeface="Arial"/>
                <a:cs typeface="Arial"/>
              </a:defRPr>
            </a:lvl5pPr>
            <a:lvl6pPr algn="l">
              <a:defRPr sz="1575" b="0">
                <a:solidFill>
                  <a:srgbClr val="1B2B36"/>
                </a:solidFill>
                <a:latin typeface="Arial"/>
                <a:ea typeface="Arial"/>
                <a:cs typeface="Arial"/>
              </a:defRPr>
            </a:lvl6pPr>
            <a:lvl7pPr algn="l">
              <a:defRPr sz="1575" b="0">
                <a:solidFill>
                  <a:srgbClr val="1B2B36"/>
                </a:solidFill>
                <a:latin typeface="Arial"/>
                <a:ea typeface="Arial"/>
                <a:cs typeface="Arial"/>
              </a:defRPr>
            </a:lvl7pPr>
            <a:lvl8pPr algn="l">
              <a:defRPr sz="1575" b="0">
                <a:solidFill>
                  <a:srgbClr val="1B2B36"/>
                </a:solidFill>
                <a:latin typeface="Arial"/>
                <a:ea typeface="Arial"/>
                <a:cs typeface="Arial"/>
              </a:defRPr>
            </a:lvl8pPr>
            <a:lvl9pPr algn="l">
              <a:defRPr sz="1575" b="0">
                <a:solidFill>
                  <a:srgbClr val="1B2B36"/>
                </a:solidFill>
                <a:latin typeface="Arial"/>
                <a:ea typeface="Arial"/>
                <a:cs typeface="Arial"/>
              </a:defRPr>
            </a:lvl9pPr>
          </a:lstStyle>
          <a:p xmlns:a="http://schemas.openxmlformats.org/drawingml/2006/main">
            <a:pPr algn="l">
              <a:defRPr sz="1575" b="0">
                <a:solidFill>
                  <a:srgbClr val="1B2B36"/>
                </a:solidFill>
                <a:latin typeface="Arial"/>
                <a:ea typeface="Arial"/>
                <a:cs typeface="Arial"/>
              </a:defRPr>
            </a:pPr>
            <a:r>
              <a:rPr sz="1575" b="0">
                <a:solidFill>
                  <a:srgbClr val="1B2B36"/>
                </a:solidFill>
                <a:latin typeface="Arial"/>
                <a:ea typeface="Arial"/>
                <a:cs typeface="Arial"/>
              </a:rPr>
              <a:t>The count and density describe filtered model output. They do not establish how many buildings exist or how many the model missed.</a:t>
            </a:r>
          </a:p>
        </p:txBody>
      </p:sp>
    </p:spTree>
    <p:extLst>
      <p:ext uri="{BB962C8B-B14F-4D97-AF65-F5344CB8AC3E}">
        <p14:creationId xmlns:p14="http://schemas.microsoft.com/office/powerpoint/2010/main" val="46920696"/>
      </p:ext>
    </p:extLst>
  </p:cSld>
</p:sld>
</file>

<file path=ppt/slides/slide8.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007C06-80A3-40BD-9381-7365E9342948}"/>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07  /  MODEL OUTPUT</a:t>
            </a:r>
          </a:p>
        </p:txBody>
      </p:sp>
      <p:sp>
        <p:nvSpPr>
          <p:cNvPr id="2" name="">
            <a:extLst xmlns:a="http://schemas.openxmlformats.org/drawingml/2006/main">
              <a:ext uri="{FF2B5EF4-FFF2-40B4-BE49-F238E27FC236}">
                <a16:creationId xmlns:a16="http://schemas.microsoft.com/office/drawing/2014/main" id="{C9141B18-403D-41D2-8D1A-5B08115721A3}"/>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Confidence distribution</a:t>
            </a:r>
          </a:p>
        </p:txBody>
      </p:sp>
      <p:sp>
        <p:nvSpPr>
          <p:cNvPr id="3" name="">
            <a:extLst xmlns:a="http://schemas.openxmlformats.org/drawingml/2006/main">
              <a:ext uri="{FF2B5EF4-FFF2-40B4-BE49-F238E27FC236}">
                <a16:creationId xmlns:a16="http://schemas.microsoft.com/office/drawing/2014/main" id="{5E4F8FBD-1961-4B59-B99D-7BFBA35C69BF}"/>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D8BBF7-611A-4213-95BF-18A2B40E4155}"/>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08 / 12</a:t>
            </a:r>
          </a:p>
        </p:txBody>
      </p:sp>
      <p:sp>
        <p:nvSpPr>
          <p:cNvPr id="5" name="">
            <a:extLst xmlns:a="http://schemas.openxmlformats.org/drawingml/2006/main">
              <a:ext uri="{FF2B5EF4-FFF2-40B4-BE49-F238E27FC236}">
                <a16:creationId xmlns:a16="http://schemas.microsoft.com/office/drawing/2014/main" id="{10FCD838-476F-4070-9408-100E43ED1C3A}"/>
              </a:ext>
            </a:extLst>
          </p:cNvPr>
          <p:cNvSpPr>
            <a:spLocks xmlns:a="http://schemas.openxmlformats.org/drawingml/2006/main" noGrp="1"/>
          </p:cNvSpPr>
          <p:nvPr/>
        </p:nvSpPr>
        <p:spPr>
          <a:xfrm xmlns:a="http://schemas.openxmlformats.org/drawingml/2006/main">
            <a:off x="781050" y="1304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0836E"/>
                </a:solidFill>
                <a:latin typeface="Arial"/>
                <a:ea typeface="Arial"/>
                <a:cs typeface="Arial"/>
              </a:defRPr>
            </a:defPPr>
            <a:lvl1pPr algn="l">
              <a:defRPr sz="1650" b="1">
                <a:solidFill>
                  <a:srgbClr val="00836E"/>
                </a:solidFill>
                <a:latin typeface="Arial"/>
                <a:ea typeface="Arial"/>
                <a:cs typeface="Arial"/>
              </a:defRPr>
            </a:lvl1pPr>
            <a:lvl2pPr algn="l">
              <a:defRPr sz="1650" b="1">
                <a:solidFill>
                  <a:srgbClr val="00836E"/>
                </a:solidFill>
                <a:latin typeface="Arial"/>
                <a:ea typeface="Arial"/>
                <a:cs typeface="Arial"/>
              </a:defRPr>
            </a:lvl2pPr>
            <a:lvl3pPr algn="l">
              <a:defRPr sz="1650" b="1">
                <a:solidFill>
                  <a:srgbClr val="00836E"/>
                </a:solidFill>
                <a:latin typeface="Arial"/>
                <a:ea typeface="Arial"/>
                <a:cs typeface="Arial"/>
              </a:defRPr>
            </a:lvl3pPr>
            <a:lvl4pPr algn="l">
              <a:defRPr sz="1650" b="1">
                <a:solidFill>
                  <a:srgbClr val="00836E"/>
                </a:solidFill>
                <a:latin typeface="Arial"/>
                <a:ea typeface="Arial"/>
                <a:cs typeface="Arial"/>
              </a:defRPr>
            </a:lvl4pPr>
            <a:lvl5pPr algn="l">
              <a:defRPr sz="1650" b="1">
                <a:solidFill>
                  <a:srgbClr val="00836E"/>
                </a:solidFill>
                <a:latin typeface="Arial"/>
                <a:ea typeface="Arial"/>
                <a:cs typeface="Arial"/>
              </a:defRPr>
            </a:lvl5pPr>
            <a:lvl6pPr algn="l">
              <a:defRPr sz="1650" b="1">
                <a:solidFill>
                  <a:srgbClr val="00836E"/>
                </a:solidFill>
                <a:latin typeface="Arial"/>
                <a:ea typeface="Arial"/>
                <a:cs typeface="Arial"/>
              </a:defRPr>
            </a:lvl6pPr>
            <a:lvl7pPr algn="l">
              <a:defRPr sz="1650" b="1">
                <a:solidFill>
                  <a:srgbClr val="00836E"/>
                </a:solidFill>
                <a:latin typeface="Arial"/>
                <a:ea typeface="Arial"/>
                <a:cs typeface="Arial"/>
              </a:defRPr>
            </a:lvl7pPr>
            <a:lvl8pPr algn="l">
              <a:defRPr sz="1650" b="1">
                <a:solidFill>
                  <a:srgbClr val="00836E"/>
                </a:solidFill>
                <a:latin typeface="Arial"/>
                <a:ea typeface="Arial"/>
                <a:cs typeface="Arial"/>
              </a:defRPr>
            </a:lvl8pPr>
            <a:lvl9pPr algn="l">
              <a:defRPr sz="1650" b="1">
                <a:solidFill>
                  <a:srgbClr val="00836E"/>
                </a:solidFill>
                <a:latin typeface="Arial"/>
                <a:ea typeface="Arial"/>
                <a:cs typeface="Arial"/>
              </a:defRPr>
            </a:lvl9pPr>
          </a:lstStyle>
          <a:p xmlns:a="http://schemas.openxmlformats.org/drawingml/2006/main">
            <a:pPr algn="l">
              <a:defRPr sz="1650" b="1">
                <a:solidFill>
                  <a:srgbClr val="00836E"/>
                </a:solidFill>
                <a:latin typeface="Arial"/>
                <a:ea typeface="Arial"/>
                <a:cs typeface="Arial"/>
              </a:defRPr>
            </a:pPr>
            <a:r>
              <a:rPr sz="1650" b="1">
                <a:solidFill>
                  <a:srgbClr val="00836E"/>
                </a:solidFill>
                <a:latin typeface="Arial"/>
                <a:ea typeface="Arial"/>
                <a:cs typeface="Arial"/>
              </a:rPr>
              <a:t>Mean 0.8536</a:t>
            </a:r>
          </a:p>
        </p:txBody>
      </p:sp>
      <p:sp>
        <p:nvSpPr>
          <p:cNvPr id="6" name="">
            <a:extLst xmlns:a="http://schemas.openxmlformats.org/drawingml/2006/main">
              <a:ext uri="{FF2B5EF4-FFF2-40B4-BE49-F238E27FC236}">
                <a16:creationId xmlns:a16="http://schemas.microsoft.com/office/drawing/2014/main" id="{16457F73-5C82-4F45-B50B-147C4478BDC7}"/>
              </a:ext>
            </a:extLst>
          </p:cNvPr>
          <p:cNvSpPr>
            <a:spLocks xmlns:a="http://schemas.openxmlformats.org/drawingml/2006/main" noGrp="1"/>
          </p:cNvSpPr>
          <p:nvPr/>
        </p:nvSpPr>
        <p:spPr>
          <a:xfrm xmlns:a="http://schemas.openxmlformats.org/drawingml/2006/main">
            <a:off x="3486150" y="13049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5344D"/>
                </a:solidFill>
                <a:latin typeface="Arial"/>
                <a:ea typeface="Arial"/>
                <a:cs typeface="Arial"/>
              </a:defRPr>
            </a:defPPr>
            <a:lvl1pPr algn="l">
              <a:defRPr sz="1650" b="1">
                <a:solidFill>
                  <a:srgbClr val="15344D"/>
                </a:solidFill>
                <a:latin typeface="Arial"/>
                <a:ea typeface="Arial"/>
                <a:cs typeface="Arial"/>
              </a:defRPr>
            </a:lvl1pPr>
            <a:lvl2pPr algn="l">
              <a:defRPr sz="1650" b="1">
                <a:solidFill>
                  <a:srgbClr val="15344D"/>
                </a:solidFill>
                <a:latin typeface="Arial"/>
                <a:ea typeface="Arial"/>
                <a:cs typeface="Arial"/>
              </a:defRPr>
            </a:lvl2pPr>
            <a:lvl3pPr algn="l">
              <a:defRPr sz="1650" b="1">
                <a:solidFill>
                  <a:srgbClr val="15344D"/>
                </a:solidFill>
                <a:latin typeface="Arial"/>
                <a:ea typeface="Arial"/>
                <a:cs typeface="Arial"/>
              </a:defRPr>
            </a:lvl3pPr>
            <a:lvl4pPr algn="l">
              <a:defRPr sz="1650" b="1">
                <a:solidFill>
                  <a:srgbClr val="15344D"/>
                </a:solidFill>
                <a:latin typeface="Arial"/>
                <a:ea typeface="Arial"/>
                <a:cs typeface="Arial"/>
              </a:defRPr>
            </a:lvl4pPr>
            <a:lvl5pPr algn="l">
              <a:defRPr sz="1650" b="1">
                <a:solidFill>
                  <a:srgbClr val="15344D"/>
                </a:solidFill>
                <a:latin typeface="Arial"/>
                <a:ea typeface="Arial"/>
                <a:cs typeface="Arial"/>
              </a:defRPr>
            </a:lvl5pPr>
            <a:lvl6pPr algn="l">
              <a:defRPr sz="1650" b="1">
                <a:solidFill>
                  <a:srgbClr val="15344D"/>
                </a:solidFill>
                <a:latin typeface="Arial"/>
                <a:ea typeface="Arial"/>
                <a:cs typeface="Arial"/>
              </a:defRPr>
            </a:lvl6pPr>
            <a:lvl7pPr algn="l">
              <a:defRPr sz="1650" b="1">
                <a:solidFill>
                  <a:srgbClr val="15344D"/>
                </a:solidFill>
                <a:latin typeface="Arial"/>
                <a:ea typeface="Arial"/>
                <a:cs typeface="Arial"/>
              </a:defRPr>
            </a:lvl7pPr>
            <a:lvl8pPr algn="l">
              <a:defRPr sz="1650" b="1">
                <a:solidFill>
                  <a:srgbClr val="15344D"/>
                </a:solidFill>
                <a:latin typeface="Arial"/>
                <a:ea typeface="Arial"/>
                <a:cs typeface="Arial"/>
              </a:defRPr>
            </a:lvl8pPr>
            <a:lvl9pPr algn="l">
              <a:defRPr sz="1650" b="1">
                <a:solidFill>
                  <a:srgbClr val="15344D"/>
                </a:solidFill>
                <a:latin typeface="Arial"/>
                <a:ea typeface="Arial"/>
                <a:cs typeface="Arial"/>
              </a:defRPr>
            </a:lvl9pPr>
          </a:lstStyle>
          <a:p xmlns:a="http://schemas.openxmlformats.org/drawingml/2006/main">
            <a:pPr algn="l">
              <a:defRPr sz="1650" b="1">
                <a:solidFill>
                  <a:srgbClr val="15344D"/>
                </a:solidFill>
                <a:latin typeface="Arial"/>
                <a:ea typeface="Arial"/>
                <a:cs typeface="Arial"/>
              </a:defRPr>
            </a:pPr>
            <a:r>
              <a:rPr sz="1650" b="1">
                <a:solidFill>
                  <a:srgbClr val="15344D"/>
                </a:solidFill>
                <a:latin typeface="Arial"/>
                <a:ea typeface="Arial"/>
                <a:cs typeface="Arial"/>
              </a:rPr>
              <a:t>Median 0.8575</a:t>
            </a:r>
          </a:p>
        </p:txBody>
      </p:sp>
      <p:sp>
        <p:nvSpPr>
          <p:cNvPr id="7" name="">
            <a:extLst xmlns:a="http://schemas.openxmlformats.org/drawingml/2006/main">
              <a:ext uri="{FF2B5EF4-FFF2-40B4-BE49-F238E27FC236}">
                <a16:creationId xmlns:a16="http://schemas.microsoft.com/office/drawing/2014/main" id="{3AAC7822-A42B-4C75-9AD2-85BBCD71AB20}"/>
              </a:ext>
            </a:extLst>
          </p:cNvPr>
          <p:cNvSpPr>
            <a:spLocks xmlns:a="http://schemas.openxmlformats.org/drawingml/2006/main" noGrp="1"/>
          </p:cNvSpPr>
          <p:nvPr/>
        </p:nvSpPr>
        <p:spPr>
          <a:xfrm xmlns:a="http://schemas.openxmlformats.org/drawingml/2006/main">
            <a:off x="6400800" y="13049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Minimum retained score 0.75</a:t>
            </a:r>
          </a:p>
        </p:txBody>
      </p:sp>
      <p:graphicFrame>
        <p:nvGraphicFramePr>
          <p:cNvPr id="8" name="Chart">
            <a:extLst xmlns:a="http://schemas.openxmlformats.org/drawingml/2006/main">
              <a:ext uri="{FF2B5EF4-FFF2-40B4-BE49-F238E27FC236}">
                <a16:creationId xmlns:a16="http://schemas.microsoft.com/office/drawing/2014/main" id="{86E9D3DB-8DC1-449B-9826-BCF3289A38AF}"/>
              </a:ext>
            </a:extLst>
          </p:cNvPr>
          <p:cNvGraphicFramePr/>
          <p:nvPr/>
        </p:nvGraphicFramePr>
        <p:xfrm>
          <a:off xmlns:a="http://schemas.openxmlformats.org/drawingml/2006/main" x="838200" y="1933575"/>
          <a:ext xmlns:a="http://schemas.openxmlformats.org/drawingml/2006/main" cx="10287000" cy="3676650"/>
        </p:xfrm>
        <a:graphic xmlns:a="http://schemas.openxmlformats.org/drawingml/2006/main">
          <a:graphicData uri="http://schemas.openxmlformats.org/drawingml/2006/chart">
            <c:chart xmlns:r="http://schemas.openxmlformats.org/officeDocument/2006/relationships" xmlns:c="http://schemas.openxmlformats.org/drawingml/2006/chart" r:id="R771d37bfa1e0469a"/>
          </a:graphicData>
        </a:graphic>
      </p:graphicFrame>
      <p:sp>
        <p:nvSpPr>
          <p:cNvPr id="9" name="">
            <a:extLst xmlns:a="http://schemas.openxmlformats.org/drawingml/2006/main">
              <a:ext uri="{FF2B5EF4-FFF2-40B4-BE49-F238E27FC236}">
                <a16:creationId xmlns:a16="http://schemas.microsoft.com/office/drawing/2014/main" id="{67A026FC-F4D6-43B4-A23D-32C3B4982AB9}"/>
              </a:ext>
            </a:extLst>
          </p:cNvPr>
          <p:cNvSpPr>
            <a:spLocks xmlns:a="http://schemas.openxmlformats.org/drawingml/2006/main" noGrp="1"/>
          </p:cNvSpPr>
          <p:nvPr/>
        </p:nvSpPr>
        <p:spPr>
          <a:xfrm xmlns:a="http://schemas.openxmlformats.org/drawingml/2006/main">
            <a:off x="819150" y="581025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Scores cluster from 0.85 to 0.95 in this export. Confidence is a model score, not locally calibrated correctness.</a:t>
            </a:r>
          </a:p>
        </p:txBody>
      </p:sp>
    </p:spTree>
    <p:extLst>
      <p:ext uri="{BB962C8B-B14F-4D97-AF65-F5344CB8AC3E}">
        <p14:creationId xmlns:p14="http://schemas.microsoft.com/office/powerpoint/2010/main" val="1337847407"/>
      </p:ext>
    </p:extLst>
  </p:cSld>
</p:sld>
</file>

<file path=ppt/slides/slide9.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84D75F-E739-4EFE-A58A-424C291E6B1F}"/>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08  /  GEOMETRY</a:t>
            </a:r>
          </a:p>
        </p:txBody>
      </p:sp>
      <p:sp>
        <p:nvSpPr>
          <p:cNvPr id="2" name="">
            <a:extLst xmlns:a="http://schemas.openxmlformats.org/drawingml/2006/main">
              <a:ext uri="{FF2B5EF4-FFF2-40B4-BE49-F238E27FC236}">
                <a16:creationId xmlns:a16="http://schemas.microsoft.com/office/drawing/2014/main" id="{4962EA97-B988-4C8A-8B61-F333DC9116C8}"/>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Footprint area distribution</a:t>
            </a:r>
          </a:p>
        </p:txBody>
      </p:sp>
      <p:sp>
        <p:nvSpPr>
          <p:cNvPr id="3" name="">
            <a:extLst xmlns:a="http://schemas.openxmlformats.org/drawingml/2006/main">
              <a:ext uri="{FF2B5EF4-FFF2-40B4-BE49-F238E27FC236}">
                <a16:creationId xmlns:a16="http://schemas.microsoft.com/office/drawing/2014/main" id="{A08ABC47-8632-47F8-9921-733060DD06F6}"/>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1FC8C9-0235-4BB8-AFDB-0D1CE8A4D431}"/>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09 / 12</a:t>
            </a:r>
          </a:p>
        </p:txBody>
      </p:sp>
      <p:pic>
        <p:nvPicPr>
          <p:cNvPr id="5" name="">
            <a:extLst xmlns:a="http://schemas.openxmlformats.org/drawingml/2006/main">
              <a:ext uri="{FF2B5EF4-FFF2-40B4-BE49-F238E27FC236}">
                <a16:creationId xmlns:a16="http://schemas.microsoft.com/office/drawing/2014/main" id="{73DCB475-982B-45FD-828B-AEF924D69132}"/>
              </a:ext>
            </a:extLst>
          </p:cNvPr>
          <p:cNvPicPr>
            <a:picLocks xmlns:a="http://schemas.openxmlformats.org/drawingml/2006/main" noChangeAspect="1"/>
          </p:cNvPicPr>
          <p:nvPr/>
        </p:nvPicPr>
        <p:blipFill>
          <a:blip xmlns:r="http://schemas.openxmlformats.org/officeDocument/2006/relationships" xmlns:a="http://schemas.openxmlformats.org/drawingml/2006/main" r:embed="R6c910805542d4a9c"/>
          <a:stretch xmlns:a="http://schemas.openxmlformats.org/drawingml/2006/main"/>
        </p:blipFill>
        <p:spPr>
          <a:xfrm xmlns:a="http://schemas.openxmlformats.org/drawingml/2006/main">
            <a:off x="523875" y="1386284"/>
            <a:ext cx="7477125" cy="43616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C9103A-CDFB-4186-8DAE-6F4BFEBE707B}"/>
              </a:ext>
            </a:extLst>
          </p:cNvPr>
          <p:cNvSpPr>
            <a:spLocks xmlns:a="http://schemas.openxmlformats.org/drawingml/2006/main" noGrp="1"/>
          </p:cNvSpPr>
          <p:nvPr/>
        </p:nvSpPr>
        <p:spPr>
          <a:xfrm xmlns:a="http://schemas.openxmlformats.org/drawingml/2006/main">
            <a:off x="8315325" y="1466850"/>
            <a:ext cx="28575" cy="4067175"/>
          </a:xfrm>
          <a:prstGeom xmlns:a="http://schemas.openxmlformats.org/drawingml/2006/main" prst="rect">
            <a:avLst/>
          </a:prstGeom>
          <a:solidFill xmlns:a="http://schemas.openxmlformats.org/drawingml/2006/main">
            <a:srgbClr val="0083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452A0C-078F-49CA-BDB3-AF2088D9018B}"/>
              </a:ext>
            </a:extLst>
          </p:cNvPr>
          <p:cNvSpPr>
            <a:spLocks xmlns:a="http://schemas.openxmlformats.org/drawingml/2006/main" noGrp="1"/>
          </p:cNvSpPr>
          <p:nvPr/>
        </p:nvSpPr>
        <p:spPr>
          <a:xfrm xmlns:a="http://schemas.openxmlformats.org/drawingml/2006/main">
            <a:off x="8629650" y="159067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5344D"/>
                </a:solidFill>
                <a:latin typeface="Arial"/>
                <a:ea typeface="Arial"/>
                <a:cs typeface="Arial"/>
              </a:defRPr>
            </a:defPPr>
            <a:lvl1pPr algn="l">
              <a:defRPr sz="2325" b="1">
                <a:solidFill>
                  <a:srgbClr val="15344D"/>
                </a:solidFill>
                <a:latin typeface="Arial"/>
                <a:ea typeface="Arial"/>
                <a:cs typeface="Arial"/>
              </a:defRPr>
            </a:lvl1pPr>
            <a:lvl2pPr algn="l">
              <a:defRPr sz="2325" b="1">
                <a:solidFill>
                  <a:srgbClr val="15344D"/>
                </a:solidFill>
                <a:latin typeface="Arial"/>
                <a:ea typeface="Arial"/>
                <a:cs typeface="Arial"/>
              </a:defRPr>
            </a:lvl2pPr>
            <a:lvl3pPr algn="l">
              <a:defRPr sz="2325" b="1">
                <a:solidFill>
                  <a:srgbClr val="15344D"/>
                </a:solidFill>
                <a:latin typeface="Arial"/>
                <a:ea typeface="Arial"/>
                <a:cs typeface="Arial"/>
              </a:defRPr>
            </a:lvl3pPr>
            <a:lvl4pPr algn="l">
              <a:defRPr sz="2325" b="1">
                <a:solidFill>
                  <a:srgbClr val="15344D"/>
                </a:solidFill>
                <a:latin typeface="Arial"/>
                <a:ea typeface="Arial"/>
                <a:cs typeface="Arial"/>
              </a:defRPr>
            </a:lvl4pPr>
            <a:lvl5pPr algn="l">
              <a:defRPr sz="2325" b="1">
                <a:solidFill>
                  <a:srgbClr val="15344D"/>
                </a:solidFill>
                <a:latin typeface="Arial"/>
                <a:ea typeface="Arial"/>
                <a:cs typeface="Arial"/>
              </a:defRPr>
            </a:lvl5pPr>
            <a:lvl6pPr algn="l">
              <a:defRPr sz="2325" b="1">
                <a:solidFill>
                  <a:srgbClr val="15344D"/>
                </a:solidFill>
                <a:latin typeface="Arial"/>
                <a:ea typeface="Arial"/>
                <a:cs typeface="Arial"/>
              </a:defRPr>
            </a:lvl6pPr>
            <a:lvl7pPr algn="l">
              <a:defRPr sz="2325" b="1">
                <a:solidFill>
                  <a:srgbClr val="15344D"/>
                </a:solidFill>
                <a:latin typeface="Arial"/>
                <a:ea typeface="Arial"/>
                <a:cs typeface="Arial"/>
              </a:defRPr>
            </a:lvl7pPr>
            <a:lvl8pPr algn="l">
              <a:defRPr sz="2325" b="1">
                <a:solidFill>
                  <a:srgbClr val="15344D"/>
                </a:solidFill>
                <a:latin typeface="Arial"/>
                <a:ea typeface="Arial"/>
                <a:cs typeface="Arial"/>
              </a:defRPr>
            </a:lvl8pPr>
            <a:lvl9pPr algn="l">
              <a:defRPr sz="2325" b="1">
                <a:solidFill>
                  <a:srgbClr val="15344D"/>
                </a:solidFill>
                <a:latin typeface="Arial"/>
                <a:ea typeface="Arial"/>
                <a:cs typeface="Arial"/>
              </a:defRPr>
            </a:lvl9pPr>
          </a:lstStyle>
          <a:p xmlns:a="http://schemas.openxmlformats.org/drawingml/2006/main">
            <a:pPr algn="l">
              <a:defRPr sz="2325" b="1">
                <a:solidFill>
                  <a:srgbClr val="15344D"/>
                </a:solidFill>
                <a:latin typeface="Arial"/>
                <a:ea typeface="Arial"/>
                <a:cs typeface="Arial"/>
              </a:defRPr>
            </a:pPr>
            <a:r>
              <a:rPr sz="2325" b="1">
                <a:solidFill>
                  <a:srgbClr val="15344D"/>
                </a:solidFill>
                <a:latin typeface="Arial"/>
                <a:ea typeface="Arial"/>
                <a:cs typeface="Arial"/>
              </a:rPr>
              <a:t>124.1 m²</a:t>
            </a:r>
          </a:p>
        </p:txBody>
      </p:sp>
      <p:sp>
        <p:nvSpPr>
          <p:cNvPr id="8" name="">
            <a:extLst xmlns:a="http://schemas.openxmlformats.org/drawingml/2006/main">
              <a:ext uri="{FF2B5EF4-FFF2-40B4-BE49-F238E27FC236}">
                <a16:creationId xmlns:a16="http://schemas.microsoft.com/office/drawing/2014/main" id="{D4B27D6F-C1EF-4541-8B92-F5D0E623FAB8}"/>
              </a:ext>
            </a:extLst>
          </p:cNvPr>
          <p:cNvSpPr>
            <a:spLocks xmlns:a="http://schemas.openxmlformats.org/drawingml/2006/main" noGrp="1"/>
          </p:cNvSpPr>
          <p:nvPr/>
        </p:nvSpPr>
        <p:spPr>
          <a:xfrm xmlns:a="http://schemas.openxmlformats.org/drawingml/2006/main">
            <a:off x="8648700" y="2000250"/>
            <a:ext cx="261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median clipped feature area</a:t>
            </a:r>
          </a:p>
        </p:txBody>
      </p:sp>
      <p:sp>
        <p:nvSpPr>
          <p:cNvPr id="9" name="">
            <a:extLst xmlns:a="http://schemas.openxmlformats.org/drawingml/2006/main">
              <a:ext uri="{FF2B5EF4-FFF2-40B4-BE49-F238E27FC236}">
                <a16:creationId xmlns:a16="http://schemas.microsoft.com/office/drawing/2014/main" id="{DBD15CBD-AD30-4C27-A129-6C34BE411D5F}"/>
              </a:ext>
            </a:extLst>
          </p:cNvPr>
          <p:cNvSpPr>
            <a:spLocks xmlns:a="http://schemas.openxmlformats.org/drawingml/2006/main" noGrp="1"/>
          </p:cNvSpPr>
          <p:nvPr/>
        </p:nvSpPr>
        <p:spPr>
          <a:xfrm xmlns:a="http://schemas.openxmlformats.org/drawingml/2006/main">
            <a:off x="8629650" y="284797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5344D"/>
                </a:solidFill>
                <a:latin typeface="Arial"/>
                <a:ea typeface="Arial"/>
                <a:cs typeface="Arial"/>
              </a:defRPr>
            </a:defPPr>
            <a:lvl1pPr algn="l">
              <a:defRPr sz="2325" b="1">
                <a:solidFill>
                  <a:srgbClr val="15344D"/>
                </a:solidFill>
                <a:latin typeface="Arial"/>
                <a:ea typeface="Arial"/>
                <a:cs typeface="Arial"/>
              </a:defRPr>
            </a:lvl1pPr>
            <a:lvl2pPr algn="l">
              <a:defRPr sz="2325" b="1">
                <a:solidFill>
                  <a:srgbClr val="15344D"/>
                </a:solidFill>
                <a:latin typeface="Arial"/>
                <a:ea typeface="Arial"/>
                <a:cs typeface="Arial"/>
              </a:defRPr>
            </a:lvl2pPr>
            <a:lvl3pPr algn="l">
              <a:defRPr sz="2325" b="1">
                <a:solidFill>
                  <a:srgbClr val="15344D"/>
                </a:solidFill>
                <a:latin typeface="Arial"/>
                <a:ea typeface="Arial"/>
                <a:cs typeface="Arial"/>
              </a:defRPr>
            </a:lvl3pPr>
            <a:lvl4pPr algn="l">
              <a:defRPr sz="2325" b="1">
                <a:solidFill>
                  <a:srgbClr val="15344D"/>
                </a:solidFill>
                <a:latin typeface="Arial"/>
                <a:ea typeface="Arial"/>
                <a:cs typeface="Arial"/>
              </a:defRPr>
            </a:lvl4pPr>
            <a:lvl5pPr algn="l">
              <a:defRPr sz="2325" b="1">
                <a:solidFill>
                  <a:srgbClr val="15344D"/>
                </a:solidFill>
                <a:latin typeface="Arial"/>
                <a:ea typeface="Arial"/>
                <a:cs typeface="Arial"/>
              </a:defRPr>
            </a:lvl5pPr>
            <a:lvl6pPr algn="l">
              <a:defRPr sz="2325" b="1">
                <a:solidFill>
                  <a:srgbClr val="15344D"/>
                </a:solidFill>
                <a:latin typeface="Arial"/>
                <a:ea typeface="Arial"/>
                <a:cs typeface="Arial"/>
              </a:defRPr>
            </a:lvl6pPr>
            <a:lvl7pPr algn="l">
              <a:defRPr sz="2325" b="1">
                <a:solidFill>
                  <a:srgbClr val="15344D"/>
                </a:solidFill>
                <a:latin typeface="Arial"/>
                <a:ea typeface="Arial"/>
                <a:cs typeface="Arial"/>
              </a:defRPr>
            </a:lvl7pPr>
            <a:lvl8pPr algn="l">
              <a:defRPr sz="2325" b="1">
                <a:solidFill>
                  <a:srgbClr val="15344D"/>
                </a:solidFill>
                <a:latin typeface="Arial"/>
                <a:ea typeface="Arial"/>
                <a:cs typeface="Arial"/>
              </a:defRPr>
            </a:lvl8pPr>
            <a:lvl9pPr algn="l">
              <a:defRPr sz="2325" b="1">
                <a:solidFill>
                  <a:srgbClr val="15344D"/>
                </a:solidFill>
                <a:latin typeface="Arial"/>
                <a:ea typeface="Arial"/>
                <a:cs typeface="Arial"/>
              </a:defRPr>
            </a:lvl9pPr>
          </a:lstStyle>
          <a:p xmlns:a="http://schemas.openxmlformats.org/drawingml/2006/main">
            <a:pPr algn="l">
              <a:defRPr sz="2325" b="1">
                <a:solidFill>
                  <a:srgbClr val="15344D"/>
                </a:solidFill>
                <a:latin typeface="Arial"/>
                <a:ea typeface="Arial"/>
                <a:cs typeface="Arial"/>
              </a:defRPr>
            </a:pPr>
            <a:r>
              <a:rPr sz="2325" b="1">
                <a:solidFill>
                  <a:srgbClr val="15344D"/>
                </a:solidFill>
                <a:latin typeface="Arial"/>
                <a:ea typeface="Arial"/>
                <a:cs typeface="Arial"/>
              </a:rPr>
              <a:t>399.7 m²</a:t>
            </a:r>
          </a:p>
        </p:txBody>
      </p:sp>
      <p:sp>
        <p:nvSpPr>
          <p:cNvPr id="10" name="">
            <a:extLst xmlns:a="http://schemas.openxmlformats.org/drawingml/2006/main">
              <a:ext uri="{FF2B5EF4-FFF2-40B4-BE49-F238E27FC236}">
                <a16:creationId xmlns:a16="http://schemas.microsoft.com/office/drawing/2014/main" id="{D760F8E3-2BE5-4525-9F79-1A0749D0B15A}"/>
              </a:ext>
            </a:extLst>
          </p:cNvPr>
          <p:cNvSpPr>
            <a:spLocks xmlns:a="http://schemas.openxmlformats.org/drawingml/2006/main" noGrp="1"/>
          </p:cNvSpPr>
          <p:nvPr/>
        </p:nvSpPr>
        <p:spPr>
          <a:xfrm xmlns:a="http://schemas.openxmlformats.org/drawingml/2006/main">
            <a:off x="8648700" y="325755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90th percentile</a:t>
            </a:r>
          </a:p>
        </p:txBody>
      </p:sp>
      <p:sp>
        <p:nvSpPr>
          <p:cNvPr id="11" name="">
            <a:extLst xmlns:a="http://schemas.openxmlformats.org/drawingml/2006/main">
              <a:ext uri="{FF2B5EF4-FFF2-40B4-BE49-F238E27FC236}">
                <a16:creationId xmlns:a16="http://schemas.microsoft.com/office/drawing/2014/main" id="{9A2F67BB-358C-4CBA-8FD7-BB9849286C37}"/>
              </a:ext>
            </a:extLst>
          </p:cNvPr>
          <p:cNvSpPr>
            <a:spLocks xmlns:a="http://schemas.openxmlformats.org/drawingml/2006/main" noGrp="1"/>
          </p:cNvSpPr>
          <p:nvPr/>
        </p:nvSpPr>
        <p:spPr>
          <a:xfrm xmlns:a="http://schemas.openxmlformats.org/drawingml/2006/main">
            <a:off x="8629650" y="403860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5344D"/>
                </a:solidFill>
                <a:latin typeface="Arial"/>
                <a:ea typeface="Arial"/>
                <a:cs typeface="Arial"/>
              </a:defRPr>
            </a:defPPr>
            <a:lvl1pPr algn="l">
              <a:defRPr sz="2325" b="1">
                <a:solidFill>
                  <a:srgbClr val="15344D"/>
                </a:solidFill>
                <a:latin typeface="Arial"/>
                <a:ea typeface="Arial"/>
                <a:cs typeface="Arial"/>
              </a:defRPr>
            </a:lvl1pPr>
            <a:lvl2pPr algn="l">
              <a:defRPr sz="2325" b="1">
                <a:solidFill>
                  <a:srgbClr val="15344D"/>
                </a:solidFill>
                <a:latin typeface="Arial"/>
                <a:ea typeface="Arial"/>
                <a:cs typeface="Arial"/>
              </a:defRPr>
            </a:lvl2pPr>
            <a:lvl3pPr algn="l">
              <a:defRPr sz="2325" b="1">
                <a:solidFill>
                  <a:srgbClr val="15344D"/>
                </a:solidFill>
                <a:latin typeface="Arial"/>
                <a:ea typeface="Arial"/>
                <a:cs typeface="Arial"/>
              </a:defRPr>
            </a:lvl3pPr>
            <a:lvl4pPr algn="l">
              <a:defRPr sz="2325" b="1">
                <a:solidFill>
                  <a:srgbClr val="15344D"/>
                </a:solidFill>
                <a:latin typeface="Arial"/>
                <a:ea typeface="Arial"/>
                <a:cs typeface="Arial"/>
              </a:defRPr>
            </a:lvl4pPr>
            <a:lvl5pPr algn="l">
              <a:defRPr sz="2325" b="1">
                <a:solidFill>
                  <a:srgbClr val="15344D"/>
                </a:solidFill>
                <a:latin typeface="Arial"/>
                <a:ea typeface="Arial"/>
                <a:cs typeface="Arial"/>
              </a:defRPr>
            </a:lvl5pPr>
            <a:lvl6pPr algn="l">
              <a:defRPr sz="2325" b="1">
                <a:solidFill>
                  <a:srgbClr val="15344D"/>
                </a:solidFill>
                <a:latin typeface="Arial"/>
                <a:ea typeface="Arial"/>
                <a:cs typeface="Arial"/>
              </a:defRPr>
            </a:lvl6pPr>
            <a:lvl7pPr algn="l">
              <a:defRPr sz="2325" b="1">
                <a:solidFill>
                  <a:srgbClr val="15344D"/>
                </a:solidFill>
                <a:latin typeface="Arial"/>
                <a:ea typeface="Arial"/>
                <a:cs typeface="Arial"/>
              </a:defRPr>
            </a:lvl7pPr>
            <a:lvl8pPr algn="l">
              <a:defRPr sz="2325" b="1">
                <a:solidFill>
                  <a:srgbClr val="15344D"/>
                </a:solidFill>
                <a:latin typeface="Arial"/>
                <a:ea typeface="Arial"/>
                <a:cs typeface="Arial"/>
              </a:defRPr>
            </a:lvl8pPr>
            <a:lvl9pPr algn="l">
              <a:defRPr sz="2325" b="1">
                <a:solidFill>
                  <a:srgbClr val="15344D"/>
                </a:solidFill>
                <a:latin typeface="Arial"/>
                <a:ea typeface="Arial"/>
                <a:cs typeface="Arial"/>
              </a:defRPr>
            </a:lvl9pPr>
          </a:lstStyle>
          <a:p xmlns:a="http://schemas.openxmlformats.org/drawingml/2006/main">
            <a:pPr algn="l">
              <a:defRPr sz="2325" b="1">
                <a:solidFill>
                  <a:srgbClr val="15344D"/>
                </a:solidFill>
                <a:latin typeface="Arial"/>
                <a:ea typeface="Arial"/>
                <a:cs typeface="Arial"/>
              </a:defRPr>
            </a:pPr>
            <a:r>
              <a:rPr sz="2325" b="1">
                <a:solidFill>
                  <a:srgbClr val="15344D"/>
                </a:solidFill>
                <a:latin typeface="Arial"/>
                <a:ea typeface="Arial"/>
                <a:cs typeface="Arial"/>
              </a:rPr>
              <a:t>19,394 m²</a:t>
            </a:r>
          </a:p>
        </p:txBody>
      </p:sp>
      <p:sp>
        <p:nvSpPr>
          <p:cNvPr id="12" name="">
            <a:extLst xmlns:a="http://schemas.openxmlformats.org/drawingml/2006/main">
              <a:ext uri="{FF2B5EF4-FFF2-40B4-BE49-F238E27FC236}">
                <a16:creationId xmlns:a16="http://schemas.microsoft.com/office/drawing/2014/main" id="{5F14E777-2A52-4DD7-9271-5EE3A5CDD99F}"/>
              </a:ext>
            </a:extLst>
          </p:cNvPr>
          <p:cNvSpPr>
            <a:spLocks xmlns:a="http://schemas.openxmlformats.org/drawingml/2006/main" noGrp="1"/>
          </p:cNvSpPr>
          <p:nvPr/>
        </p:nvSpPr>
        <p:spPr>
          <a:xfrm xmlns:a="http://schemas.openxmlformats.org/drawingml/2006/main">
            <a:off x="8648700" y="444817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largest feature</a:t>
            </a:r>
          </a:p>
        </p:txBody>
      </p:sp>
      <p:sp>
        <p:nvSpPr>
          <p:cNvPr id="13" name="">
            <a:extLst xmlns:a="http://schemas.openxmlformats.org/drawingml/2006/main">
              <a:ext uri="{FF2B5EF4-FFF2-40B4-BE49-F238E27FC236}">
                <a16:creationId xmlns:a16="http://schemas.microsoft.com/office/drawing/2014/main" id="{D757A3E2-35FA-454D-A196-0E96AD01CCE3}"/>
              </a:ext>
            </a:extLst>
          </p:cNvPr>
          <p:cNvSpPr>
            <a:spLocks xmlns:a="http://schemas.openxmlformats.org/drawingml/2006/main" noGrp="1"/>
          </p:cNvSpPr>
          <p:nvPr/>
        </p:nvSpPr>
        <p:spPr>
          <a:xfrm xmlns:a="http://schemas.openxmlformats.org/drawingml/2006/main">
            <a:off x="8629650" y="5010150"/>
            <a:ext cx="26003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9D4A3A"/>
                </a:solidFill>
                <a:latin typeface="Arial"/>
                <a:ea typeface="Arial"/>
                <a:cs typeface="Arial"/>
              </a:defRPr>
            </a:defPPr>
            <a:lvl1pPr algn="l">
              <a:defRPr sz="1125" b="0">
                <a:solidFill>
                  <a:srgbClr val="9D4A3A"/>
                </a:solidFill>
                <a:latin typeface="Arial"/>
                <a:ea typeface="Arial"/>
                <a:cs typeface="Arial"/>
              </a:defRPr>
            </a:lvl1pPr>
            <a:lvl2pPr algn="l">
              <a:defRPr sz="1125" b="0">
                <a:solidFill>
                  <a:srgbClr val="9D4A3A"/>
                </a:solidFill>
                <a:latin typeface="Arial"/>
                <a:ea typeface="Arial"/>
                <a:cs typeface="Arial"/>
              </a:defRPr>
            </a:lvl2pPr>
            <a:lvl3pPr algn="l">
              <a:defRPr sz="1125" b="0">
                <a:solidFill>
                  <a:srgbClr val="9D4A3A"/>
                </a:solidFill>
                <a:latin typeface="Arial"/>
                <a:ea typeface="Arial"/>
                <a:cs typeface="Arial"/>
              </a:defRPr>
            </a:lvl3pPr>
            <a:lvl4pPr algn="l">
              <a:defRPr sz="1125" b="0">
                <a:solidFill>
                  <a:srgbClr val="9D4A3A"/>
                </a:solidFill>
                <a:latin typeface="Arial"/>
                <a:ea typeface="Arial"/>
                <a:cs typeface="Arial"/>
              </a:defRPr>
            </a:lvl4pPr>
            <a:lvl5pPr algn="l">
              <a:defRPr sz="1125" b="0">
                <a:solidFill>
                  <a:srgbClr val="9D4A3A"/>
                </a:solidFill>
                <a:latin typeface="Arial"/>
                <a:ea typeface="Arial"/>
                <a:cs typeface="Arial"/>
              </a:defRPr>
            </a:lvl5pPr>
            <a:lvl6pPr algn="l">
              <a:defRPr sz="1125" b="0">
                <a:solidFill>
                  <a:srgbClr val="9D4A3A"/>
                </a:solidFill>
                <a:latin typeface="Arial"/>
                <a:ea typeface="Arial"/>
                <a:cs typeface="Arial"/>
              </a:defRPr>
            </a:lvl6pPr>
            <a:lvl7pPr algn="l">
              <a:defRPr sz="1125" b="0">
                <a:solidFill>
                  <a:srgbClr val="9D4A3A"/>
                </a:solidFill>
                <a:latin typeface="Arial"/>
                <a:ea typeface="Arial"/>
                <a:cs typeface="Arial"/>
              </a:defRPr>
            </a:lvl7pPr>
            <a:lvl8pPr algn="l">
              <a:defRPr sz="1125" b="0">
                <a:solidFill>
                  <a:srgbClr val="9D4A3A"/>
                </a:solidFill>
                <a:latin typeface="Arial"/>
                <a:ea typeface="Arial"/>
                <a:cs typeface="Arial"/>
              </a:defRPr>
            </a:lvl8pPr>
            <a:lvl9pPr algn="l">
              <a:defRPr sz="1125" b="0">
                <a:solidFill>
                  <a:srgbClr val="9D4A3A"/>
                </a:solidFill>
                <a:latin typeface="Arial"/>
                <a:ea typeface="Arial"/>
                <a:cs typeface="Arial"/>
              </a:defRPr>
            </a:lvl9pPr>
          </a:lstStyle>
          <a:p xmlns:a="http://schemas.openxmlformats.org/drawingml/2006/main">
            <a:pPr algn="l">
              <a:defRPr sz="1125" b="0">
                <a:solidFill>
                  <a:srgbClr val="9D4A3A"/>
                </a:solidFill>
                <a:latin typeface="Arial"/>
                <a:ea typeface="Arial"/>
                <a:cs typeface="Arial"/>
              </a:defRPr>
            </a:pPr>
            <a:r>
              <a:rPr sz="1125" b="0">
                <a:solidFill>
                  <a:srgbClr val="9D4A3A"/>
                </a:solidFill>
                <a:latin typeface="Arial"/>
                <a:ea typeface="Arial"/>
                <a:cs typeface="Arial"/>
              </a:rPr>
              <a:t>The 11.854 km² feature-area sum is not coverage: overlaps are not dissolved.</a:t>
            </a:r>
          </a:p>
        </p:txBody>
      </p:sp>
    </p:spTree>
    <p:extLst>
      <p:ext uri="{BB962C8B-B14F-4D97-AF65-F5344CB8AC3E}">
        <p14:creationId xmlns:p14="http://schemas.microsoft.com/office/powerpoint/2010/main" val="1909646456"/>
      </p:ext>
    </p:extLst>
  </p:cSld>
</p:sld>
</file>

<file path=ppt/slides/slide10.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D8C88B-634B-4455-8C34-8D3A58D28FE4}"/>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09  /  VALIDATION</a:t>
            </a:r>
          </a:p>
        </p:txBody>
      </p:sp>
      <p:sp>
        <p:nvSpPr>
          <p:cNvPr id="2" name="">
            <a:extLst xmlns:a="http://schemas.openxmlformats.org/drawingml/2006/main">
              <a:ext uri="{FF2B5EF4-FFF2-40B4-BE49-F238E27FC236}">
                <a16:creationId xmlns:a16="http://schemas.microsoft.com/office/drawing/2014/main" id="{D7140F3C-2943-4F76-A8A6-A94175FC6F73}"/>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Quality controls and current status</a:t>
            </a:r>
          </a:p>
        </p:txBody>
      </p:sp>
      <p:sp>
        <p:nvSpPr>
          <p:cNvPr id="3" name="">
            <a:extLst xmlns:a="http://schemas.openxmlformats.org/drawingml/2006/main">
              <a:ext uri="{FF2B5EF4-FFF2-40B4-BE49-F238E27FC236}">
                <a16:creationId xmlns:a16="http://schemas.microsoft.com/office/drawing/2014/main" id="{163F627D-5C52-402B-8A37-FC98F8868920}"/>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C0C821-3316-4A71-A9ED-FD7A7340B2D6}"/>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10 / 12</a:t>
            </a:r>
          </a:p>
        </p:txBody>
      </p:sp>
      <p:sp>
        <p:nvSpPr>
          <p:cNvPr id="5" name="">
            <a:extLst xmlns:a="http://schemas.openxmlformats.org/drawingml/2006/main">
              <a:ext uri="{FF2B5EF4-FFF2-40B4-BE49-F238E27FC236}">
                <a16:creationId xmlns:a16="http://schemas.microsoft.com/office/drawing/2014/main" id="{7C4B0CE0-61BD-4408-AF46-A10C7C8461ED}"/>
              </a:ext>
            </a:extLst>
          </p:cNvPr>
          <p:cNvSpPr>
            <a:spLocks xmlns:a="http://schemas.openxmlformats.org/drawingml/2006/main" noGrp="1"/>
          </p:cNvSpPr>
          <p:nvPr/>
        </p:nvSpPr>
        <p:spPr>
          <a:xfrm xmlns:a="http://schemas.openxmlformats.org/drawingml/2006/main">
            <a:off x="762000" y="1362075"/>
            <a:ext cx="676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8 checks pass on the supplied export</a:t>
            </a:r>
          </a:p>
        </p:txBody>
      </p:sp>
      <p:sp>
        <p:nvSpPr>
          <p:cNvPr id="6" name="">
            <a:extLst xmlns:a="http://schemas.openxmlformats.org/drawingml/2006/main">
              <a:ext uri="{FF2B5EF4-FFF2-40B4-BE49-F238E27FC236}">
                <a16:creationId xmlns:a16="http://schemas.microsoft.com/office/drawing/2014/main" id="{6F23A954-9729-42CE-9B6C-9E7666A6FBFA}"/>
              </a:ext>
            </a:extLst>
          </p:cNvPr>
          <p:cNvSpPr>
            <a:spLocks xmlns:a="http://schemas.openxmlformats.org/drawingml/2006/main" noGrp="1"/>
          </p:cNvSpPr>
          <p:nvPr/>
        </p:nvSpPr>
        <p:spPr>
          <a:xfrm xmlns:a="http://schemas.openxmlformats.org/drawingml/2006/main">
            <a:off x="800100" y="186690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7" name="">
            <a:extLst xmlns:a="http://schemas.openxmlformats.org/drawingml/2006/main">
              <a:ext uri="{FF2B5EF4-FFF2-40B4-BE49-F238E27FC236}">
                <a16:creationId xmlns:a16="http://schemas.microsoft.com/office/drawing/2014/main" id="{CE75BEFA-A4B3-450D-85A0-10538C2F4F6F}"/>
              </a:ext>
            </a:extLst>
          </p:cNvPr>
          <p:cNvSpPr>
            <a:spLocks xmlns:a="http://schemas.openxmlformats.org/drawingml/2006/main" noGrp="1"/>
          </p:cNvSpPr>
          <p:nvPr/>
        </p:nvSpPr>
        <p:spPr>
          <a:xfrm xmlns:a="http://schemas.openxmlformats.org/drawingml/2006/main">
            <a:off x="1638300" y="18669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Feature count matches summary CSV</a:t>
            </a:r>
          </a:p>
        </p:txBody>
      </p:sp>
      <p:sp>
        <p:nvSpPr>
          <p:cNvPr id="8" name="">
            <a:extLst xmlns:a="http://schemas.openxmlformats.org/drawingml/2006/main">
              <a:ext uri="{FF2B5EF4-FFF2-40B4-BE49-F238E27FC236}">
                <a16:creationId xmlns:a16="http://schemas.microsoft.com/office/drawing/2014/main" id="{E93D5B9A-2366-428C-9F42-8E8F46F17042}"/>
              </a:ext>
            </a:extLst>
          </p:cNvPr>
          <p:cNvSpPr>
            <a:spLocks xmlns:a="http://schemas.openxmlformats.org/drawingml/2006/main" noGrp="1"/>
          </p:cNvSpPr>
          <p:nvPr/>
        </p:nvSpPr>
        <p:spPr>
          <a:xfrm xmlns:a="http://schemas.openxmlformats.org/drawingml/2006/main">
            <a:off x="800100" y="227647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9" name="">
            <a:extLst xmlns:a="http://schemas.openxmlformats.org/drawingml/2006/main">
              <a:ext uri="{FF2B5EF4-FFF2-40B4-BE49-F238E27FC236}">
                <a16:creationId xmlns:a16="http://schemas.microsoft.com/office/drawing/2014/main" id="{297C529B-E681-4E0F-A154-5A43C47CA4C6}"/>
              </a:ext>
            </a:extLst>
          </p:cNvPr>
          <p:cNvSpPr>
            <a:spLocks xmlns:a="http://schemas.openxmlformats.org/drawingml/2006/main" noGrp="1"/>
          </p:cNvSpPr>
          <p:nvPr/>
        </p:nvSpPr>
        <p:spPr>
          <a:xfrm xmlns:a="http://schemas.openxmlformats.org/drawingml/2006/main">
            <a:off x="1638300" y="227647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All confidence values meet cutoff</a:t>
            </a:r>
          </a:p>
        </p:txBody>
      </p:sp>
      <p:sp>
        <p:nvSpPr>
          <p:cNvPr id="10" name="">
            <a:extLst xmlns:a="http://schemas.openxmlformats.org/drawingml/2006/main">
              <a:ext uri="{FF2B5EF4-FFF2-40B4-BE49-F238E27FC236}">
                <a16:creationId xmlns:a16="http://schemas.microsoft.com/office/drawing/2014/main" id="{3E9C57F7-3C18-4C7C-8FD8-1F2DB03F077C}"/>
              </a:ext>
            </a:extLst>
          </p:cNvPr>
          <p:cNvSpPr>
            <a:spLocks xmlns:a="http://schemas.openxmlformats.org/drawingml/2006/main" noGrp="1"/>
          </p:cNvSpPr>
          <p:nvPr/>
        </p:nvSpPr>
        <p:spPr>
          <a:xfrm xmlns:a="http://schemas.openxmlformats.org/drawingml/2006/main">
            <a:off x="800100" y="268605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11" name="">
            <a:extLst xmlns:a="http://schemas.openxmlformats.org/drawingml/2006/main">
              <a:ext uri="{FF2B5EF4-FFF2-40B4-BE49-F238E27FC236}">
                <a16:creationId xmlns:a16="http://schemas.microsoft.com/office/drawing/2014/main" id="{B6A16849-C0A9-4C2E-93B3-5CEC92591EDD}"/>
              </a:ext>
            </a:extLst>
          </p:cNvPr>
          <p:cNvSpPr>
            <a:spLocks xmlns:a="http://schemas.openxmlformats.org/drawingml/2006/main" noGrp="1"/>
          </p:cNvSpPr>
          <p:nvPr/>
        </p:nvSpPr>
        <p:spPr>
          <a:xfrm xmlns:a="http://schemas.openxmlformats.org/drawingml/2006/main">
            <a:off x="1638300" y="26860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Confidence scores lie in [0, 1]</a:t>
            </a:r>
          </a:p>
        </p:txBody>
      </p:sp>
      <p:sp>
        <p:nvSpPr>
          <p:cNvPr id="12" name="">
            <a:extLst xmlns:a="http://schemas.openxmlformats.org/drawingml/2006/main">
              <a:ext uri="{FF2B5EF4-FFF2-40B4-BE49-F238E27FC236}">
                <a16:creationId xmlns:a16="http://schemas.microsoft.com/office/drawing/2014/main" id="{6E8F923E-899F-46A6-A9A5-6F1BE118A241}"/>
              </a:ext>
            </a:extLst>
          </p:cNvPr>
          <p:cNvSpPr>
            <a:spLocks xmlns:a="http://schemas.openxmlformats.org/drawingml/2006/main" noGrp="1"/>
          </p:cNvSpPr>
          <p:nvPr/>
        </p:nvSpPr>
        <p:spPr>
          <a:xfrm xmlns:a="http://schemas.openxmlformats.org/drawingml/2006/main">
            <a:off x="800100" y="309562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13" name="">
            <a:extLst xmlns:a="http://schemas.openxmlformats.org/drawingml/2006/main">
              <a:ext uri="{FF2B5EF4-FFF2-40B4-BE49-F238E27FC236}">
                <a16:creationId xmlns:a16="http://schemas.microsoft.com/office/drawing/2014/main" id="{BD731CED-E1AC-4086-A9AF-E527587A4081}"/>
              </a:ext>
            </a:extLst>
          </p:cNvPr>
          <p:cNvSpPr>
            <a:spLocks xmlns:a="http://schemas.openxmlformats.org/drawingml/2006/main" noGrp="1"/>
          </p:cNvSpPr>
          <p:nvPr/>
        </p:nvSpPr>
        <p:spPr>
          <a:xfrm xmlns:a="http://schemas.openxmlformats.org/drawingml/2006/main">
            <a:off x="1638300" y="309562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Unique nonempty feature IDs</a:t>
            </a:r>
          </a:p>
        </p:txBody>
      </p:sp>
      <p:sp>
        <p:nvSpPr>
          <p:cNvPr id="14" name="">
            <a:extLst xmlns:a="http://schemas.openxmlformats.org/drawingml/2006/main">
              <a:ext uri="{FF2B5EF4-FFF2-40B4-BE49-F238E27FC236}">
                <a16:creationId xmlns:a16="http://schemas.microsoft.com/office/drawing/2014/main" id="{573D4CDC-2C9D-417C-AC5E-1989DF0692DD}"/>
              </a:ext>
            </a:extLst>
          </p:cNvPr>
          <p:cNvSpPr>
            <a:spLocks xmlns:a="http://schemas.openxmlformats.org/drawingml/2006/main" noGrp="1"/>
          </p:cNvSpPr>
          <p:nvPr/>
        </p:nvSpPr>
        <p:spPr>
          <a:xfrm xmlns:a="http://schemas.openxmlformats.org/drawingml/2006/main">
            <a:off x="800100" y="350520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15" name="">
            <a:extLst xmlns:a="http://schemas.openxmlformats.org/drawingml/2006/main">
              <a:ext uri="{FF2B5EF4-FFF2-40B4-BE49-F238E27FC236}">
                <a16:creationId xmlns:a16="http://schemas.microsoft.com/office/drawing/2014/main" id="{D32D4699-49D2-4E67-8543-91F94FCE176B}"/>
              </a:ext>
            </a:extLst>
          </p:cNvPr>
          <p:cNvSpPr>
            <a:spLocks xmlns:a="http://schemas.openxmlformats.org/drawingml/2006/main" noGrp="1"/>
          </p:cNvSpPr>
          <p:nvPr/>
        </p:nvSpPr>
        <p:spPr>
          <a:xfrm xmlns:a="http://schemas.openxmlformats.org/drawingml/2006/main">
            <a:off x="1638300" y="35052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Closed rings and finite WGS 84 coordinates</a:t>
            </a:r>
          </a:p>
        </p:txBody>
      </p:sp>
      <p:sp>
        <p:nvSpPr>
          <p:cNvPr id="16" name="">
            <a:extLst xmlns:a="http://schemas.openxmlformats.org/drawingml/2006/main">
              <a:ext uri="{FF2B5EF4-FFF2-40B4-BE49-F238E27FC236}">
                <a16:creationId xmlns:a16="http://schemas.microsoft.com/office/drawing/2014/main" id="{02C06CE8-FCCE-4B1F-AD7E-CE8FAA12F3C5}"/>
              </a:ext>
            </a:extLst>
          </p:cNvPr>
          <p:cNvSpPr>
            <a:spLocks xmlns:a="http://schemas.openxmlformats.org/drawingml/2006/main" noGrp="1"/>
          </p:cNvSpPr>
          <p:nvPr/>
        </p:nvSpPr>
        <p:spPr>
          <a:xfrm xmlns:a="http://schemas.openxmlformats.org/drawingml/2006/main">
            <a:off x="800100" y="391477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17" name="">
            <a:extLst xmlns:a="http://schemas.openxmlformats.org/drawingml/2006/main">
              <a:ext uri="{FF2B5EF4-FFF2-40B4-BE49-F238E27FC236}">
                <a16:creationId xmlns:a16="http://schemas.microsoft.com/office/drawing/2014/main" id="{FE6AA707-2360-4898-9F66-9A8A28B5455B}"/>
              </a:ext>
            </a:extLst>
          </p:cNvPr>
          <p:cNvSpPr>
            <a:spLocks xmlns:a="http://schemas.openxmlformats.org/drawingml/2006/main" noGrp="1"/>
          </p:cNvSpPr>
          <p:nvPr/>
        </p:nvSpPr>
        <p:spPr>
          <a:xfrm xmlns:a="http://schemas.openxmlformats.org/drawingml/2006/main">
            <a:off x="1638300" y="391477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Geometries are present and nonempty</a:t>
            </a:r>
          </a:p>
        </p:txBody>
      </p:sp>
      <p:sp>
        <p:nvSpPr>
          <p:cNvPr id="18" name="">
            <a:extLst xmlns:a="http://schemas.openxmlformats.org/drawingml/2006/main">
              <a:ext uri="{FF2B5EF4-FFF2-40B4-BE49-F238E27FC236}">
                <a16:creationId xmlns:a16="http://schemas.microsoft.com/office/drawing/2014/main" id="{5B2F413E-37FE-421D-8323-821656F2400E}"/>
              </a:ext>
            </a:extLst>
          </p:cNvPr>
          <p:cNvSpPr>
            <a:spLocks xmlns:a="http://schemas.openxmlformats.org/drawingml/2006/main" noGrp="1"/>
          </p:cNvSpPr>
          <p:nvPr/>
        </p:nvSpPr>
        <p:spPr>
          <a:xfrm xmlns:a="http://schemas.openxmlformats.org/drawingml/2006/main">
            <a:off x="800100" y="432435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19" name="">
            <a:extLst xmlns:a="http://schemas.openxmlformats.org/drawingml/2006/main">
              <a:ext uri="{FF2B5EF4-FFF2-40B4-BE49-F238E27FC236}">
                <a16:creationId xmlns:a16="http://schemas.microsoft.com/office/drawing/2014/main" id="{66F6BD77-D3A3-45C5-B76B-6031A9880482}"/>
              </a:ext>
            </a:extLst>
          </p:cNvPr>
          <p:cNvSpPr>
            <a:spLocks xmlns:a="http://schemas.openxmlformats.org/drawingml/2006/main" noGrp="1"/>
          </p:cNvSpPr>
          <p:nvPr/>
        </p:nvSpPr>
        <p:spPr>
          <a:xfrm xmlns:a="http://schemas.openxmlformats.org/drawingml/2006/main">
            <a:off x="1638300" y="43243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Polygon topology is valid</a:t>
            </a:r>
          </a:p>
        </p:txBody>
      </p:sp>
      <p:sp>
        <p:nvSpPr>
          <p:cNvPr id="20" name="">
            <a:extLst xmlns:a="http://schemas.openxmlformats.org/drawingml/2006/main">
              <a:ext uri="{FF2B5EF4-FFF2-40B4-BE49-F238E27FC236}">
                <a16:creationId xmlns:a16="http://schemas.microsoft.com/office/drawing/2014/main" id="{A2444BE5-E8A5-48BF-BE00-0A927C49E6CA}"/>
              </a:ext>
            </a:extLst>
          </p:cNvPr>
          <p:cNvSpPr>
            <a:spLocks xmlns:a="http://schemas.openxmlformats.org/drawingml/2006/main" noGrp="1"/>
          </p:cNvSpPr>
          <p:nvPr/>
        </p:nvSpPr>
        <p:spPr>
          <a:xfrm xmlns:a="http://schemas.openxmlformats.org/drawingml/2006/main">
            <a:off x="800100" y="473392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00836E"/>
                </a:solidFill>
                <a:latin typeface="Arial"/>
                <a:ea typeface="Arial"/>
                <a:cs typeface="Arial"/>
              </a:defRPr>
            </a:defPPr>
            <a:lvl1pPr algn="l">
              <a:defRPr sz="1050" b="1">
                <a:solidFill>
                  <a:srgbClr val="00836E"/>
                </a:solidFill>
                <a:latin typeface="Arial"/>
                <a:ea typeface="Arial"/>
                <a:cs typeface="Arial"/>
              </a:defRPr>
            </a:lvl1pPr>
            <a:lvl2pPr algn="l">
              <a:defRPr sz="1050" b="1">
                <a:solidFill>
                  <a:srgbClr val="00836E"/>
                </a:solidFill>
                <a:latin typeface="Arial"/>
                <a:ea typeface="Arial"/>
                <a:cs typeface="Arial"/>
              </a:defRPr>
            </a:lvl2pPr>
            <a:lvl3pPr algn="l">
              <a:defRPr sz="1050" b="1">
                <a:solidFill>
                  <a:srgbClr val="00836E"/>
                </a:solidFill>
                <a:latin typeface="Arial"/>
                <a:ea typeface="Arial"/>
                <a:cs typeface="Arial"/>
              </a:defRPr>
            </a:lvl3pPr>
            <a:lvl4pPr algn="l">
              <a:defRPr sz="1050" b="1">
                <a:solidFill>
                  <a:srgbClr val="00836E"/>
                </a:solidFill>
                <a:latin typeface="Arial"/>
                <a:ea typeface="Arial"/>
                <a:cs typeface="Arial"/>
              </a:defRPr>
            </a:lvl4pPr>
            <a:lvl5pPr algn="l">
              <a:defRPr sz="1050" b="1">
                <a:solidFill>
                  <a:srgbClr val="00836E"/>
                </a:solidFill>
                <a:latin typeface="Arial"/>
                <a:ea typeface="Arial"/>
                <a:cs typeface="Arial"/>
              </a:defRPr>
            </a:lvl5pPr>
            <a:lvl6pPr algn="l">
              <a:defRPr sz="1050" b="1">
                <a:solidFill>
                  <a:srgbClr val="00836E"/>
                </a:solidFill>
                <a:latin typeface="Arial"/>
                <a:ea typeface="Arial"/>
                <a:cs typeface="Arial"/>
              </a:defRPr>
            </a:lvl6pPr>
            <a:lvl7pPr algn="l">
              <a:defRPr sz="1050" b="1">
                <a:solidFill>
                  <a:srgbClr val="00836E"/>
                </a:solidFill>
                <a:latin typeface="Arial"/>
                <a:ea typeface="Arial"/>
                <a:cs typeface="Arial"/>
              </a:defRPr>
            </a:lvl7pPr>
            <a:lvl8pPr algn="l">
              <a:defRPr sz="1050" b="1">
                <a:solidFill>
                  <a:srgbClr val="00836E"/>
                </a:solidFill>
                <a:latin typeface="Arial"/>
                <a:ea typeface="Arial"/>
                <a:cs typeface="Arial"/>
              </a:defRPr>
            </a:lvl8pPr>
            <a:lvl9pPr algn="l">
              <a:defRPr sz="1050" b="1">
                <a:solidFill>
                  <a:srgbClr val="00836E"/>
                </a:solidFill>
                <a:latin typeface="Arial"/>
                <a:ea typeface="Arial"/>
                <a:cs typeface="Arial"/>
              </a:defRPr>
            </a:lvl9pPr>
          </a:lstStyle>
          <a:p xmlns:a="http://schemas.openxmlformats.org/drawingml/2006/main">
            <a:pPr algn="l">
              <a:defRPr sz="1050" b="1">
                <a:solidFill>
                  <a:srgbClr val="00836E"/>
                </a:solidFill>
                <a:latin typeface="Arial"/>
                <a:ea typeface="Arial"/>
                <a:cs typeface="Arial"/>
              </a:defRPr>
            </a:pPr>
            <a:r>
              <a:rPr sz="1050" b="1">
                <a:solidFill>
                  <a:srgbClr val="00836E"/>
                </a:solidFill>
                <a:latin typeface="Arial"/>
                <a:ea typeface="Arial"/>
                <a:cs typeface="Arial"/>
              </a:rPr>
              <a:t>PASS</a:t>
            </a:r>
          </a:p>
        </p:txBody>
      </p:sp>
      <p:sp>
        <p:nvSpPr>
          <p:cNvPr id="21" name="">
            <a:extLst xmlns:a="http://schemas.openxmlformats.org/drawingml/2006/main">
              <a:ext uri="{FF2B5EF4-FFF2-40B4-BE49-F238E27FC236}">
                <a16:creationId xmlns:a16="http://schemas.microsoft.com/office/drawing/2014/main" id="{70A0024A-766C-4A5A-AA4F-27620EFDFE37}"/>
              </a:ext>
            </a:extLst>
          </p:cNvPr>
          <p:cNvSpPr>
            <a:spLocks xmlns:a="http://schemas.openxmlformats.org/drawingml/2006/main" noGrp="1"/>
          </p:cNvSpPr>
          <p:nvPr/>
        </p:nvSpPr>
        <p:spPr>
          <a:xfrm xmlns:a="http://schemas.openxmlformats.org/drawingml/2006/main">
            <a:off x="1638300" y="473392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Clipped areas are finite and positive</a:t>
            </a:r>
          </a:p>
        </p:txBody>
      </p:sp>
      <p:sp>
        <p:nvSpPr>
          <p:cNvPr id="22" name="">
            <a:extLst xmlns:a="http://schemas.openxmlformats.org/drawingml/2006/main">
              <a:ext uri="{FF2B5EF4-FFF2-40B4-BE49-F238E27FC236}">
                <a16:creationId xmlns:a16="http://schemas.microsoft.com/office/drawing/2014/main" id="{4FC698B2-97C8-442F-A58C-31BB59DFDC1B}"/>
              </a:ext>
            </a:extLst>
          </p:cNvPr>
          <p:cNvSpPr>
            <a:spLocks xmlns:a="http://schemas.openxmlformats.org/drawingml/2006/main" noGrp="1"/>
          </p:cNvSpPr>
          <p:nvPr/>
        </p:nvSpPr>
        <p:spPr>
          <a:xfrm xmlns:a="http://schemas.openxmlformats.org/drawingml/2006/main">
            <a:off x="7667625" y="1428750"/>
            <a:ext cx="28575" cy="39433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B3B8FF-3EB4-44FB-98E2-C9AC5DEBA8DC}"/>
              </a:ext>
            </a:extLst>
          </p:cNvPr>
          <p:cNvSpPr>
            <a:spLocks xmlns:a="http://schemas.openxmlformats.org/drawingml/2006/main" noGrp="1"/>
          </p:cNvSpPr>
          <p:nvPr/>
        </p:nvSpPr>
        <p:spPr>
          <a:xfrm xmlns:a="http://schemas.openxmlformats.org/drawingml/2006/main">
            <a:off x="8001000" y="14859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9D4A3A"/>
                </a:solidFill>
                <a:latin typeface="Arial"/>
                <a:ea typeface="Arial"/>
                <a:cs typeface="Arial"/>
              </a:defRPr>
            </a:defPPr>
            <a:lvl1pPr algn="l">
              <a:defRPr sz="1575" b="1">
                <a:solidFill>
                  <a:srgbClr val="9D4A3A"/>
                </a:solidFill>
                <a:latin typeface="Arial"/>
                <a:ea typeface="Arial"/>
                <a:cs typeface="Arial"/>
              </a:defRPr>
            </a:lvl1pPr>
            <a:lvl2pPr algn="l">
              <a:defRPr sz="1575" b="1">
                <a:solidFill>
                  <a:srgbClr val="9D4A3A"/>
                </a:solidFill>
                <a:latin typeface="Arial"/>
                <a:ea typeface="Arial"/>
                <a:cs typeface="Arial"/>
              </a:defRPr>
            </a:lvl2pPr>
            <a:lvl3pPr algn="l">
              <a:defRPr sz="1575" b="1">
                <a:solidFill>
                  <a:srgbClr val="9D4A3A"/>
                </a:solidFill>
                <a:latin typeface="Arial"/>
                <a:ea typeface="Arial"/>
                <a:cs typeface="Arial"/>
              </a:defRPr>
            </a:lvl3pPr>
            <a:lvl4pPr algn="l">
              <a:defRPr sz="1575" b="1">
                <a:solidFill>
                  <a:srgbClr val="9D4A3A"/>
                </a:solidFill>
                <a:latin typeface="Arial"/>
                <a:ea typeface="Arial"/>
                <a:cs typeface="Arial"/>
              </a:defRPr>
            </a:lvl4pPr>
            <a:lvl5pPr algn="l">
              <a:defRPr sz="1575" b="1">
                <a:solidFill>
                  <a:srgbClr val="9D4A3A"/>
                </a:solidFill>
                <a:latin typeface="Arial"/>
                <a:ea typeface="Arial"/>
                <a:cs typeface="Arial"/>
              </a:defRPr>
            </a:lvl5pPr>
            <a:lvl6pPr algn="l">
              <a:defRPr sz="1575" b="1">
                <a:solidFill>
                  <a:srgbClr val="9D4A3A"/>
                </a:solidFill>
                <a:latin typeface="Arial"/>
                <a:ea typeface="Arial"/>
                <a:cs typeface="Arial"/>
              </a:defRPr>
            </a:lvl6pPr>
            <a:lvl7pPr algn="l">
              <a:defRPr sz="1575" b="1">
                <a:solidFill>
                  <a:srgbClr val="9D4A3A"/>
                </a:solidFill>
                <a:latin typeface="Arial"/>
                <a:ea typeface="Arial"/>
                <a:cs typeface="Arial"/>
              </a:defRPr>
            </a:lvl7pPr>
            <a:lvl8pPr algn="l">
              <a:defRPr sz="1575" b="1">
                <a:solidFill>
                  <a:srgbClr val="9D4A3A"/>
                </a:solidFill>
                <a:latin typeface="Arial"/>
                <a:ea typeface="Arial"/>
                <a:cs typeface="Arial"/>
              </a:defRPr>
            </a:lvl8pPr>
            <a:lvl9pPr algn="l">
              <a:defRPr sz="1575" b="1">
                <a:solidFill>
                  <a:srgbClr val="9D4A3A"/>
                </a:solidFill>
                <a:latin typeface="Arial"/>
                <a:ea typeface="Arial"/>
                <a:cs typeface="Arial"/>
              </a:defRPr>
            </a:lvl9pPr>
          </a:lstStyle>
          <a:p xmlns:a="http://schemas.openxmlformats.org/drawingml/2006/main">
            <a:pPr algn="l">
              <a:defRPr sz="1575" b="1">
                <a:solidFill>
                  <a:srgbClr val="9D4A3A"/>
                </a:solidFill>
                <a:latin typeface="Arial"/>
                <a:ea typeface="Arial"/>
                <a:cs typeface="Arial"/>
              </a:defRPr>
            </a:pPr>
            <a:r>
              <a:rPr sz="1575" b="1">
                <a:solidFill>
                  <a:srgbClr val="9D4A3A"/>
                </a:solidFill>
                <a:latin typeface="Arial"/>
                <a:ea typeface="Arial"/>
                <a:cs typeface="Arial"/>
              </a:rPr>
              <a:t>Pending evidence</a:t>
            </a:r>
          </a:p>
        </p:txBody>
      </p:sp>
      <p:sp>
        <p:nvSpPr>
          <p:cNvPr id="24" name="">
            <a:extLst xmlns:a="http://schemas.openxmlformats.org/drawingml/2006/main">
              <a:ext uri="{FF2B5EF4-FFF2-40B4-BE49-F238E27FC236}">
                <a16:creationId xmlns:a16="http://schemas.microsoft.com/office/drawing/2014/main" id="{3C211157-2B63-4FC9-B43F-311BA84CE5F9}"/>
              </a:ext>
            </a:extLst>
          </p:cNvPr>
          <p:cNvSpPr>
            <a:spLocks xmlns:a="http://schemas.openxmlformats.org/drawingml/2006/main" noGrp="1"/>
          </p:cNvSpPr>
          <p:nvPr/>
        </p:nvSpPr>
        <p:spPr>
          <a:xfrm xmlns:a="http://schemas.openxmlformats.org/drawingml/2006/main">
            <a:off x="8020050" y="1952625"/>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Independent containment against the matching GAUL boundary. The supplied export did not include that file.</a:t>
            </a:r>
          </a:p>
        </p:txBody>
      </p:sp>
      <p:sp>
        <p:nvSpPr>
          <p:cNvPr id="25" name="">
            <a:extLst xmlns:a="http://schemas.openxmlformats.org/drawingml/2006/main">
              <a:ext uri="{FF2B5EF4-FFF2-40B4-BE49-F238E27FC236}">
                <a16:creationId xmlns:a16="http://schemas.microsoft.com/office/drawing/2014/main" id="{263F9B5F-F664-49D0-860B-4A2405FDB54D}"/>
              </a:ext>
            </a:extLst>
          </p:cNvPr>
          <p:cNvSpPr>
            <a:spLocks xmlns:a="http://schemas.openxmlformats.org/drawingml/2006/main" noGrp="1"/>
          </p:cNvSpPr>
          <p:nvPr/>
        </p:nvSpPr>
        <p:spPr>
          <a:xfrm xmlns:a="http://schemas.openxmlformats.org/drawingml/2006/main">
            <a:off x="8001000" y="32385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5344D"/>
                </a:solidFill>
                <a:latin typeface="Arial"/>
                <a:ea typeface="Arial"/>
                <a:cs typeface="Arial"/>
              </a:defRPr>
            </a:defPPr>
            <a:lvl1pPr algn="l">
              <a:defRPr sz="1350" b="1">
                <a:solidFill>
                  <a:srgbClr val="15344D"/>
                </a:solidFill>
                <a:latin typeface="Arial"/>
                <a:ea typeface="Arial"/>
                <a:cs typeface="Arial"/>
              </a:defRPr>
            </a:lvl1pPr>
            <a:lvl2pPr algn="l">
              <a:defRPr sz="1350" b="1">
                <a:solidFill>
                  <a:srgbClr val="15344D"/>
                </a:solidFill>
                <a:latin typeface="Arial"/>
                <a:ea typeface="Arial"/>
                <a:cs typeface="Arial"/>
              </a:defRPr>
            </a:lvl2pPr>
            <a:lvl3pPr algn="l">
              <a:defRPr sz="1350" b="1">
                <a:solidFill>
                  <a:srgbClr val="15344D"/>
                </a:solidFill>
                <a:latin typeface="Arial"/>
                <a:ea typeface="Arial"/>
                <a:cs typeface="Arial"/>
              </a:defRPr>
            </a:lvl3pPr>
            <a:lvl4pPr algn="l">
              <a:defRPr sz="1350" b="1">
                <a:solidFill>
                  <a:srgbClr val="15344D"/>
                </a:solidFill>
                <a:latin typeface="Arial"/>
                <a:ea typeface="Arial"/>
                <a:cs typeface="Arial"/>
              </a:defRPr>
            </a:lvl4pPr>
            <a:lvl5pPr algn="l">
              <a:defRPr sz="1350" b="1">
                <a:solidFill>
                  <a:srgbClr val="15344D"/>
                </a:solidFill>
                <a:latin typeface="Arial"/>
                <a:ea typeface="Arial"/>
                <a:cs typeface="Arial"/>
              </a:defRPr>
            </a:lvl5pPr>
            <a:lvl6pPr algn="l">
              <a:defRPr sz="1350" b="1">
                <a:solidFill>
                  <a:srgbClr val="15344D"/>
                </a:solidFill>
                <a:latin typeface="Arial"/>
                <a:ea typeface="Arial"/>
                <a:cs typeface="Arial"/>
              </a:defRPr>
            </a:lvl6pPr>
            <a:lvl7pPr algn="l">
              <a:defRPr sz="1350" b="1">
                <a:solidFill>
                  <a:srgbClr val="15344D"/>
                </a:solidFill>
                <a:latin typeface="Arial"/>
                <a:ea typeface="Arial"/>
                <a:cs typeface="Arial"/>
              </a:defRPr>
            </a:lvl7pPr>
            <a:lvl8pPr algn="l">
              <a:defRPr sz="1350" b="1">
                <a:solidFill>
                  <a:srgbClr val="15344D"/>
                </a:solidFill>
                <a:latin typeface="Arial"/>
                <a:ea typeface="Arial"/>
                <a:cs typeface="Arial"/>
              </a:defRPr>
            </a:lvl8pPr>
            <a:lvl9pPr algn="l">
              <a:defRPr sz="1350" b="1">
                <a:solidFill>
                  <a:srgbClr val="15344D"/>
                </a:solidFill>
                <a:latin typeface="Arial"/>
                <a:ea typeface="Arial"/>
                <a:cs typeface="Arial"/>
              </a:defRPr>
            </a:lvl9pPr>
          </a:lstStyle>
          <a:p xmlns:a="http://schemas.openxmlformats.org/drawingml/2006/main">
            <a:pPr algn="l">
              <a:defRPr sz="1350" b="1">
                <a:solidFill>
                  <a:srgbClr val="15344D"/>
                </a:solidFill>
                <a:latin typeface="Arial"/>
                <a:ea typeface="Arial"/>
                <a:cs typeface="Arial"/>
              </a:defRPr>
            </a:pPr>
            <a:r>
              <a:rPr sz="1350" b="1">
                <a:solidFill>
                  <a:srgbClr val="15344D"/>
                </a:solidFill>
                <a:latin typeface="Arial"/>
                <a:ea typeface="Arial"/>
                <a:cs typeface="Arial"/>
              </a:rPr>
              <a:t>Also outside the current QA</a:t>
            </a:r>
          </a:p>
        </p:txBody>
      </p:sp>
      <p:sp>
        <p:nvSpPr>
          <p:cNvPr id="26" name="">
            <a:extLst xmlns:a="http://schemas.openxmlformats.org/drawingml/2006/main">
              <a:ext uri="{FF2B5EF4-FFF2-40B4-BE49-F238E27FC236}">
                <a16:creationId xmlns:a16="http://schemas.microsoft.com/office/drawing/2014/main" id="{AF7FAF14-7614-4BC8-A45F-2E1A3998E716}"/>
              </a:ext>
            </a:extLst>
          </p:cNvPr>
          <p:cNvSpPr>
            <a:spLocks xmlns:a="http://schemas.openxmlformats.org/drawingml/2006/main" noGrp="1"/>
          </p:cNvSpPr>
          <p:nvPr/>
        </p:nvSpPr>
        <p:spPr>
          <a:xfrm xmlns:a="http://schemas.openxmlformats.org/drawingml/2006/main">
            <a:off x="8020050" y="3648075"/>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No local reference labels, field survey, precision/recall, or completeness assessment.</a:t>
            </a:r>
          </a:p>
        </p:txBody>
      </p:sp>
      <p:sp>
        <p:nvSpPr>
          <p:cNvPr id="27" name="">
            <a:extLst xmlns:a="http://schemas.openxmlformats.org/drawingml/2006/main">
              <a:ext uri="{FF2B5EF4-FFF2-40B4-BE49-F238E27FC236}">
                <a16:creationId xmlns:a16="http://schemas.microsoft.com/office/drawing/2014/main" id="{930FB819-078B-4C77-A20C-9F133B4AA962}"/>
              </a:ext>
            </a:extLst>
          </p:cNvPr>
          <p:cNvSpPr>
            <a:spLocks xmlns:a="http://schemas.openxmlformats.org/drawingml/2006/main" noGrp="1"/>
          </p:cNvSpPr>
          <p:nvPr/>
        </p:nvSpPr>
        <p:spPr>
          <a:xfrm xmlns:a="http://schemas.openxmlformats.org/drawingml/2006/main">
            <a:off x="8001000" y="4791075"/>
            <a:ext cx="3219450" cy="628650"/>
          </a:xfrm>
          <a:prstGeom xmlns:a="http://schemas.openxmlformats.org/drawingml/2006/main" prst="rect">
            <a:avLst/>
          </a:prstGeom>
          <a:solidFill xmlns:a="http://schemas.openxmlformats.org/drawingml/2006/main">
            <a:srgbClr val="E8F1E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F220E4A-08CD-41DF-98E4-2A966BA46ECD}"/>
              </a:ext>
            </a:extLst>
          </p:cNvPr>
          <p:cNvSpPr>
            <a:spLocks xmlns:a="http://schemas.openxmlformats.org/drawingml/2006/main" noGrp="1"/>
          </p:cNvSpPr>
          <p:nvPr/>
        </p:nvSpPr>
        <p:spPr>
          <a:xfrm xmlns:a="http://schemas.openxmlformats.org/drawingml/2006/main">
            <a:off x="8143875" y="487680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Passing geometry checks verifies file integrity, not model accuracy.</a:t>
            </a:r>
          </a:p>
        </p:txBody>
      </p:sp>
    </p:spTree>
    <p:extLst>
      <p:ext uri="{BB962C8B-B14F-4D97-AF65-F5344CB8AC3E}">
        <p14:creationId xmlns:p14="http://schemas.microsoft.com/office/powerpoint/2010/main" val="1681768115"/>
      </p:ext>
    </p:extLst>
  </p:cSld>
</p:sld>
</file>

<file path=ppt/slides/slide11.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0BFA4D1-3EDE-46E8-9355-B04F50B63806}"/>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10  /  REPRODUCIBILITY</a:t>
            </a:r>
          </a:p>
        </p:txBody>
      </p:sp>
      <p:sp>
        <p:nvSpPr>
          <p:cNvPr id="2" name="">
            <a:extLst xmlns:a="http://schemas.openxmlformats.org/drawingml/2006/main">
              <a:ext uri="{FF2B5EF4-FFF2-40B4-BE49-F238E27FC236}">
                <a16:creationId xmlns:a16="http://schemas.microsoft.com/office/drawing/2014/main" id="{414E4449-85E5-4AAA-A7B7-F0B5C7B88F2F}"/>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Reproducibility and project structure</a:t>
            </a:r>
          </a:p>
        </p:txBody>
      </p:sp>
      <p:sp>
        <p:nvSpPr>
          <p:cNvPr id="3" name="">
            <a:extLst xmlns:a="http://schemas.openxmlformats.org/drawingml/2006/main">
              <a:ext uri="{FF2B5EF4-FFF2-40B4-BE49-F238E27FC236}">
                <a16:creationId xmlns:a16="http://schemas.microsoft.com/office/drawing/2014/main" id="{EDD8DE26-A157-4940-9939-6607A036983B}"/>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B65E583-7A39-48C8-918C-F5474E7D9287}"/>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11 / 12</a:t>
            </a:r>
          </a:p>
        </p:txBody>
      </p:sp>
      <p:sp>
        <p:nvSpPr>
          <p:cNvPr id="5" name="">
            <a:extLst xmlns:a="http://schemas.openxmlformats.org/drawingml/2006/main">
              <a:ext uri="{FF2B5EF4-FFF2-40B4-BE49-F238E27FC236}">
                <a16:creationId xmlns:a16="http://schemas.microsoft.com/office/drawing/2014/main" id="{326C42E7-EAD2-4B57-8BD4-63469196123E}"/>
              </a:ext>
            </a:extLst>
          </p:cNvPr>
          <p:cNvSpPr>
            <a:spLocks xmlns:a="http://schemas.openxmlformats.org/drawingml/2006/main" noGrp="1"/>
          </p:cNvSpPr>
          <p:nvPr/>
        </p:nvSpPr>
        <p:spPr>
          <a:xfrm xmlns:a="http://schemas.openxmlformats.org/drawingml/2006/main">
            <a:off x="762000" y="135255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44D"/>
                </a:solidFill>
                <a:latin typeface="Arial"/>
                <a:ea typeface="Arial"/>
                <a:cs typeface="Arial"/>
              </a:defRPr>
            </a:defPPr>
            <a:lvl1pPr algn="l">
              <a:defRPr sz="1725" b="1">
                <a:solidFill>
                  <a:srgbClr val="15344D"/>
                </a:solidFill>
                <a:latin typeface="Arial"/>
                <a:ea typeface="Arial"/>
                <a:cs typeface="Arial"/>
              </a:defRPr>
            </a:lvl1pPr>
            <a:lvl2pPr algn="l">
              <a:defRPr sz="1725" b="1">
                <a:solidFill>
                  <a:srgbClr val="15344D"/>
                </a:solidFill>
                <a:latin typeface="Arial"/>
                <a:ea typeface="Arial"/>
                <a:cs typeface="Arial"/>
              </a:defRPr>
            </a:lvl2pPr>
            <a:lvl3pPr algn="l">
              <a:defRPr sz="1725" b="1">
                <a:solidFill>
                  <a:srgbClr val="15344D"/>
                </a:solidFill>
                <a:latin typeface="Arial"/>
                <a:ea typeface="Arial"/>
                <a:cs typeface="Arial"/>
              </a:defRPr>
            </a:lvl3pPr>
            <a:lvl4pPr algn="l">
              <a:defRPr sz="1725" b="1">
                <a:solidFill>
                  <a:srgbClr val="15344D"/>
                </a:solidFill>
                <a:latin typeface="Arial"/>
                <a:ea typeface="Arial"/>
                <a:cs typeface="Arial"/>
              </a:defRPr>
            </a:lvl4pPr>
            <a:lvl5pPr algn="l">
              <a:defRPr sz="1725" b="1">
                <a:solidFill>
                  <a:srgbClr val="15344D"/>
                </a:solidFill>
                <a:latin typeface="Arial"/>
                <a:ea typeface="Arial"/>
                <a:cs typeface="Arial"/>
              </a:defRPr>
            </a:lvl5pPr>
            <a:lvl6pPr algn="l">
              <a:defRPr sz="1725" b="1">
                <a:solidFill>
                  <a:srgbClr val="15344D"/>
                </a:solidFill>
                <a:latin typeface="Arial"/>
                <a:ea typeface="Arial"/>
                <a:cs typeface="Arial"/>
              </a:defRPr>
            </a:lvl6pPr>
            <a:lvl7pPr algn="l">
              <a:defRPr sz="1725" b="1">
                <a:solidFill>
                  <a:srgbClr val="15344D"/>
                </a:solidFill>
                <a:latin typeface="Arial"/>
                <a:ea typeface="Arial"/>
                <a:cs typeface="Arial"/>
              </a:defRPr>
            </a:lvl7pPr>
            <a:lvl8pPr algn="l">
              <a:defRPr sz="1725" b="1">
                <a:solidFill>
                  <a:srgbClr val="15344D"/>
                </a:solidFill>
                <a:latin typeface="Arial"/>
                <a:ea typeface="Arial"/>
                <a:cs typeface="Arial"/>
              </a:defRPr>
            </a:lvl8pPr>
            <a:lvl9pPr algn="l">
              <a:defRPr sz="1725" b="1">
                <a:solidFill>
                  <a:srgbClr val="15344D"/>
                </a:solidFill>
                <a:latin typeface="Arial"/>
                <a:ea typeface="Arial"/>
                <a:cs typeface="Arial"/>
              </a:defRPr>
            </a:lvl9pPr>
          </a:lstStyle>
          <a:p xmlns:a="http://schemas.openxmlformats.org/drawingml/2006/main">
            <a:pPr algn="l">
              <a:defRPr sz="1725" b="1">
                <a:solidFill>
                  <a:srgbClr val="15344D"/>
                </a:solidFill>
                <a:latin typeface="Arial"/>
                <a:ea typeface="Arial"/>
                <a:cs typeface="Arial"/>
              </a:defRPr>
            </a:pPr>
            <a:r>
              <a:rPr sz="1725" b="1">
                <a:solidFill>
                  <a:srgbClr val="15344D"/>
                </a:solidFill>
                <a:latin typeface="Arial"/>
                <a:ea typeface="Arial"/>
                <a:cs typeface="Arial"/>
              </a:rPr>
              <a:t>One local command set rebuilds the audit</a:t>
            </a:r>
          </a:p>
        </p:txBody>
      </p:sp>
      <p:sp>
        <p:nvSpPr>
          <p:cNvPr id="6" name="">
            <a:extLst xmlns:a="http://schemas.openxmlformats.org/drawingml/2006/main">
              <a:ext uri="{FF2B5EF4-FFF2-40B4-BE49-F238E27FC236}">
                <a16:creationId xmlns:a16="http://schemas.microsoft.com/office/drawing/2014/main" id="{722BCD87-6737-41F2-B1E2-E4890A809480}"/>
              </a:ext>
            </a:extLst>
          </p:cNvPr>
          <p:cNvSpPr>
            <a:spLocks xmlns:a="http://schemas.openxmlformats.org/drawingml/2006/main" noGrp="1"/>
          </p:cNvSpPr>
          <p:nvPr/>
        </p:nvSpPr>
        <p:spPr>
          <a:xfrm xmlns:a="http://schemas.openxmlformats.org/drawingml/2006/main">
            <a:off x="762000" y="1866900"/>
            <a:ext cx="5619750" cy="1933575"/>
          </a:xfrm>
          <a:prstGeom xmlns:a="http://schemas.openxmlformats.org/drawingml/2006/main" prst="rect">
            <a:avLst/>
          </a:prstGeom>
          <a:solidFill xmlns:a="http://schemas.openxmlformats.org/drawingml/2006/main">
            <a:srgbClr val="EAF0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CBF34E-458F-4057-AD5E-2E000967A56A}"/>
              </a:ext>
            </a:extLst>
          </p:cNvPr>
          <p:cNvSpPr>
            <a:spLocks xmlns:a="http://schemas.openxmlformats.org/drawingml/2006/main" noGrp="1"/>
          </p:cNvSpPr>
          <p:nvPr/>
        </p:nvSpPr>
        <p:spPr>
          <a:xfrm xmlns:a="http://schemas.openxmlformats.org/drawingml/2006/main">
            <a:off x="962025" y="2057400"/>
            <a:ext cx="523875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python -m pip install -r results/lagos/requirements-analysis.txt</a:t>
            </a:r>
          </a:p>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python results/lagos/analyze_export.py</a:t>
            </a:r>
          </a:p>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python -m unittest discover -s tests -v</a:t>
            </a:r>
          </a:p>
        </p:txBody>
      </p:sp>
      <p:sp>
        <p:nvSpPr>
          <p:cNvPr id="8" name="">
            <a:extLst xmlns:a="http://schemas.openxmlformats.org/drawingml/2006/main">
              <a:ext uri="{FF2B5EF4-FFF2-40B4-BE49-F238E27FC236}">
                <a16:creationId xmlns:a16="http://schemas.microsoft.com/office/drawing/2014/main" id="{FD0F83D3-07B6-4C61-98BD-8B08281591EC}"/>
              </a:ext>
            </a:extLst>
          </p:cNvPr>
          <p:cNvSpPr>
            <a:spLocks xmlns:a="http://schemas.openxmlformats.org/drawingml/2006/main" noGrp="1"/>
          </p:cNvSpPr>
          <p:nvPr/>
        </p:nvSpPr>
        <p:spPr>
          <a:xfrm xmlns:a="http://schemas.openxmlformats.org/drawingml/2006/main">
            <a:off x="771525" y="40195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0836E"/>
                </a:solidFill>
                <a:latin typeface="Arial"/>
                <a:ea typeface="Arial"/>
                <a:cs typeface="Arial"/>
              </a:defRPr>
            </a:defPPr>
            <a:lvl1pPr algn="l">
              <a:defRPr sz="1875" b="1">
                <a:solidFill>
                  <a:srgbClr val="00836E"/>
                </a:solidFill>
                <a:latin typeface="Arial"/>
                <a:ea typeface="Arial"/>
                <a:cs typeface="Arial"/>
              </a:defRPr>
            </a:lvl1pPr>
            <a:lvl2pPr algn="l">
              <a:defRPr sz="1875" b="1">
                <a:solidFill>
                  <a:srgbClr val="00836E"/>
                </a:solidFill>
                <a:latin typeface="Arial"/>
                <a:ea typeface="Arial"/>
                <a:cs typeface="Arial"/>
              </a:defRPr>
            </a:lvl2pPr>
            <a:lvl3pPr algn="l">
              <a:defRPr sz="1875" b="1">
                <a:solidFill>
                  <a:srgbClr val="00836E"/>
                </a:solidFill>
                <a:latin typeface="Arial"/>
                <a:ea typeface="Arial"/>
                <a:cs typeface="Arial"/>
              </a:defRPr>
            </a:lvl3pPr>
            <a:lvl4pPr algn="l">
              <a:defRPr sz="1875" b="1">
                <a:solidFill>
                  <a:srgbClr val="00836E"/>
                </a:solidFill>
                <a:latin typeface="Arial"/>
                <a:ea typeface="Arial"/>
                <a:cs typeface="Arial"/>
              </a:defRPr>
            </a:lvl4pPr>
            <a:lvl5pPr algn="l">
              <a:defRPr sz="1875" b="1">
                <a:solidFill>
                  <a:srgbClr val="00836E"/>
                </a:solidFill>
                <a:latin typeface="Arial"/>
                <a:ea typeface="Arial"/>
                <a:cs typeface="Arial"/>
              </a:defRPr>
            </a:lvl5pPr>
            <a:lvl6pPr algn="l">
              <a:defRPr sz="1875" b="1">
                <a:solidFill>
                  <a:srgbClr val="00836E"/>
                </a:solidFill>
                <a:latin typeface="Arial"/>
                <a:ea typeface="Arial"/>
                <a:cs typeface="Arial"/>
              </a:defRPr>
            </a:lvl6pPr>
            <a:lvl7pPr algn="l">
              <a:defRPr sz="1875" b="1">
                <a:solidFill>
                  <a:srgbClr val="00836E"/>
                </a:solidFill>
                <a:latin typeface="Arial"/>
                <a:ea typeface="Arial"/>
                <a:cs typeface="Arial"/>
              </a:defRPr>
            </a:lvl7pPr>
            <a:lvl8pPr algn="l">
              <a:defRPr sz="1875" b="1">
                <a:solidFill>
                  <a:srgbClr val="00836E"/>
                </a:solidFill>
                <a:latin typeface="Arial"/>
                <a:ea typeface="Arial"/>
                <a:cs typeface="Arial"/>
              </a:defRPr>
            </a:lvl8pPr>
            <a:lvl9pPr algn="l">
              <a:defRPr sz="1875" b="1">
                <a:solidFill>
                  <a:srgbClr val="00836E"/>
                </a:solidFill>
                <a:latin typeface="Arial"/>
                <a:ea typeface="Arial"/>
                <a:cs typeface="Arial"/>
              </a:defRPr>
            </a:lvl9pPr>
          </a:lstStyle>
          <a:p xmlns:a="http://schemas.openxmlformats.org/drawingml/2006/main">
            <a:pPr algn="l">
              <a:defRPr sz="1875" b="1">
                <a:solidFill>
                  <a:srgbClr val="00836E"/>
                </a:solidFill>
                <a:latin typeface="Arial"/>
                <a:ea typeface="Arial"/>
                <a:cs typeface="Arial"/>
              </a:defRPr>
            </a:pPr>
            <a:r>
              <a:rPr sz="1875" b="1">
                <a:solidFill>
                  <a:srgbClr val="00836E"/>
                </a:solidFill>
                <a:latin typeface="Arial"/>
                <a:ea typeface="Arial"/>
                <a:cs typeface="Arial"/>
              </a:rPr>
              <a:t>7 unit tests pass</a:t>
            </a:r>
          </a:p>
        </p:txBody>
      </p:sp>
      <p:sp>
        <p:nvSpPr>
          <p:cNvPr id="9" name="">
            <a:extLst xmlns:a="http://schemas.openxmlformats.org/drawingml/2006/main">
              <a:ext uri="{FF2B5EF4-FFF2-40B4-BE49-F238E27FC236}">
                <a16:creationId xmlns:a16="http://schemas.microsoft.com/office/drawing/2014/main" id="{B57CA600-2600-438F-8816-A17A9EBC11F4}"/>
              </a:ext>
            </a:extLst>
          </p:cNvPr>
          <p:cNvSpPr>
            <a:spLocks xmlns:a="http://schemas.openxmlformats.org/drawingml/2006/main" noGrp="1"/>
          </p:cNvSpPr>
          <p:nvPr/>
        </p:nvSpPr>
        <p:spPr>
          <a:xfrm xmlns:a="http://schemas.openxmlformats.org/drawingml/2006/main">
            <a:off x="781050" y="4448175"/>
            <a:ext cx="509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The QA run records source hashes and Python, Pillow, and Shapely versions.</a:t>
            </a:r>
          </a:p>
        </p:txBody>
      </p:sp>
      <p:sp>
        <p:nvSpPr>
          <p:cNvPr id="10" name="">
            <a:extLst xmlns:a="http://schemas.openxmlformats.org/drawingml/2006/main">
              <a:ext uri="{FF2B5EF4-FFF2-40B4-BE49-F238E27FC236}">
                <a16:creationId xmlns:a16="http://schemas.microsoft.com/office/drawing/2014/main" id="{9E9CD280-CD16-4517-8A5C-2288E6951F3A}"/>
              </a:ext>
            </a:extLst>
          </p:cNvPr>
          <p:cNvSpPr>
            <a:spLocks xmlns:a="http://schemas.openxmlformats.org/drawingml/2006/main" noGrp="1"/>
          </p:cNvSpPr>
          <p:nvPr/>
        </p:nvSpPr>
        <p:spPr>
          <a:xfrm xmlns:a="http://schemas.openxmlformats.org/drawingml/2006/main">
            <a:off x="6724650" y="1428750"/>
            <a:ext cx="28575" cy="4124325"/>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67336FC-8C3A-420C-9A13-657814B94F1D}"/>
              </a:ext>
            </a:extLst>
          </p:cNvPr>
          <p:cNvSpPr>
            <a:spLocks xmlns:a="http://schemas.openxmlformats.org/drawingml/2006/main" noGrp="1"/>
          </p:cNvSpPr>
          <p:nvPr/>
        </p:nvSpPr>
        <p:spPr>
          <a:xfrm xmlns:a="http://schemas.openxmlformats.org/drawingml/2006/main">
            <a:off x="7086600" y="1476375"/>
            <a:ext cx="3943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0836E"/>
                </a:solidFill>
                <a:latin typeface="Arial"/>
                <a:ea typeface="Arial"/>
                <a:cs typeface="Arial"/>
              </a:defRPr>
            </a:defPPr>
            <a:lvl1pPr algn="l">
              <a:defRPr sz="1500" b="1">
                <a:solidFill>
                  <a:srgbClr val="00836E"/>
                </a:solidFill>
                <a:latin typeface="Arial"/>
                <a:ea typeface="Arial"/>
                <a:cs typeface="Arial"/>
              </a:defRPr>
            </a:lvl1pPr>
            <a:lvl2pPr algn="l">
              <a:defRPr sz="1500" b="1">
                <a:solidFill>
                  <a:srgbClr val="00836E"/>
                </a:solidFill>
                <a:latin typeface="Arial"/>
                <a:ea typeface="Arial"/>
                <a:cs typeface="Arial"/>
              </a:defRPr>
            </a:lvl2pPr>
            <a:lvl3pPr algn="l">
              <a:defRPr sz="1500" b="1">
                <a:solidFill>
                  <a:srgbClr val="00836E"/>
                </a:solidFill>
                <a:latin typeface="Arial"/>
                <a:ea typeface="Arial"/>
                <a:cs typeface="Arial"/>
              </a:defRPr>
            </a:lvl3pPr>
            <a:lvl4pPr algn="l">
              <a:defRPr sz="1500" b="1">
                <a:solidFill>
                  <a:srgbClr val="00836E"/>
                </a:solidFill>
                <a:latin typeface="Arial"/>
                <a:ea typeface="Arial"/>
                <a:cs typeface="Arial"/>
              </a:defRPr>
            </a:lvl4pPr>
            <a:lvl5pPr algn="l">
              <a:defRPr sz="1500" b="1">
                <a:solidFill>
                  <a:srgbClr val="00836E"/>
                </a:solidFill>
                <a:latin typeface="Arial"/>
                <a:ea typeface="Arial"/>
                <a:cs typeface="Arial"/>
              </a:defRPr>
            </a:lvl5pPr>
            <a:lvl6pPr algn="l">
              <a:defRPr sz="1500" b="1">
                <a:solidFill>
                  <a:srgbClr val="00836E"/>
                </a:solidFill>
                <a:latin typeface="Arial"/>
                <a:ea typeface="Arial"/>
                <a:cs typeface="Arial"/>
              </a:defRPr>
            </a:lvl6pPr>
            <a:lvl7pPr algn="l">
              <a:defRPr sz="1500" b="1">
                <a:solidFill>
                  <a:srgbClr val="00836E"/>
                </a:solidFill>
                <a:latin typeface="Arial"/>
                <a:ea typeface="Arial"/>
                <a:cs typeface="Arial"/>
              </a:defRPr>
            </a:lvl7pPr>
            <a:lvl8pPr algn="l">
              <a:defRPr sz="1500" b="1">
                <a:solidFill>
                  <a:srgbClr val="00836E"/>
                </a:solidFill>
                <a:latin typeface="Arial"/>
                <a:ea typeface="Arial"/>
                <a:cs typeface="Arial"/>
              </a:defRPr>
            </a:lvl8pPr>
            <a:lvl9pPr algn="l">
              <a:defRPr sz="1500" b="1">
                <a:solidFill>
                  <a:srgbClr val="00836E"/>
                </a:solidFill>
                <a:latin typeface="Arial"/>
                <a:ea typeface="Arial"/>
                <a:cs typeface="Arial"/>
              </a:defRPr>
            </a:lvl9pPr>
          </a:lstStyle>
          <a:p xmlns:a="http://schemas.openxmlformats.org/drawingml/2006/main">
            <a:pPr algn="l">
              <a:defRPr sz="1500" b="1">
                <a:solidFill>
                  <a:srgbClr val="00836E"/>
                </a:solidFill>
                <a:latin typeface="Arial"/>
                <a:ea typeface="Arial"/>
                <a:cs typeface="Arial"/>
              </a:defRPr>
            </a:pPr>
            <a:r>
              <a:rPr sz="1500" b="1">
                <a:solidFill>
                  <a:srgbClr val="00836E"/>
                </a:solidFill>
                <a:latin typeface="Arial"/>
                <a:ea typeface="Arial"/>
                <a:cs typeface="Arial"/>
              </a:rPr>
              <a:t>Repository map</a:t>
            </a:r>
          </a:p>
        </p:txBody>
      </p:sp>
      <p:sp>
        <p:nvSpPr>
          <p:cNvPr id="12" name="">
            <a:extLst xmlns:a="http://schemas.openxmlformats.org/drawingml/2006/main">
              <a:ext uri="{FF2B5EF4-FFF2-40B4-BE49-F238E27FC236}">
                <a16:creationId xmlns:a16="http://schemas.microsoft.com/office/drawing/2014/main" id="{EDC8230D-3FAD-4670-8E8A-C7F86B73F636}"/>
              </a:ext>
            </a:extLst>
          </p:cNvPr>
          <p:cNvSpPr>
            <a:spLocks xmlns:a="http://schemas.openxmlformats.org/drawingml/2006/main" noGrp="1"/>
          </p:cNvSpPr>
          <p:nvPr/>
        </p:nvSpPr>
        <p:spPr>
          <a:xfrm xmlns:a="http://schemas.openxmlformats.org/drawingml/2006/main">
            <a:off x="7105650" y="20097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notebooks/</a:t>
            </a:r>
          </a:p>
        </p:txBody>
      </p:sp>
      <p:sp>
        <p:nvSpPr>
          <p:cNvPr id="13" name="">
            <a:extLst xmlns:a="http://schemas.openxmlformats.org/drawingml/2006/main">
              <a:ext uri="{FF2B5EF4-FFF2-40B4-BE49-F238E27FC236}">
                <a16:creationId xmlns:a16="http://schemas.microsoft.com/office/drawing/2014/main" id="{E0370268-BB89-4B6A-8272-7FF299924AAC}"/>
              </a:ext>
            </a:extLst>
          </p:cNvPr>
          <p:cNvSpPr>
            <a:spLocks xmlns:a="http://schemas.openxmlformats.org/drawingml/2006/main" noGrp="1"/>
          </p:cNvSpPr>
          <p:nvPr/>
        </p:nvSpPr>
        <p:spPr>
          <a:xfrm xmlns:a="http://schemas.openxmlformats.org/drawingml/2006/main">
            <a:off x="8934450" y="200977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Earth Engine workflow</a:t>
            </a:r>
          </a:p>
        </p:txBody>
      </p:sp>
      <p:sp>
        <p:nvSpPr>
          <p:cNvPr id="14" name="">
            <a:extLst xmlns:a="http://schemas.openxmlformats.org/drawingml/2006/main">
              <a:ext uri="{FF2B5EF4-FFF2-40B4-BE49-F238E27FC236}">
                <a16:creationId xmlns:a16="http://schemas.microsoft.com/office/drawing/2014/main" id="{10D1B49E-B9FC-4B3E-9CEF-9D1559EF2024}"/>
              </a:ext>
            </a:extLst>
          </p:cNvPr>
          <p:cNvSpPr>
            <a:spLocks xmlns:a="http://schemas.openxmlformats.org/drawingml/2006/main" noGrp="1"/>
          </p:cNvSpPr>
          <p:nvPr/>
        </p:nvSpPr>
        <p:spPr>
          <a:xfrm xmlns:a="http://schemas.openxmlformats.org/drawingml/2006/main">
            <a:off x="7105650" y="23431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docs/</a:t>
            </a:r>
          </a:p>
        </p:txBody>
      </p:sp>
      <p:sp>
        <p:nvSpPr>
          <p:cNvPr id="15" name="">
            <a:extLst xmlns:a="http://schemas.openxmlformats.org/drawingml/2006/main">
              <a:ext uri="{FF2B5EF4-FFF2-40B4-BE49-F238E27FC236}">
                <a16:creationId xmlns:a16="http://schemas.microsoft.com/office/drawing/2014/main" id="{E9250E27-A6D4-4DD4-918C-0B3584A8C4B1}"/>
              </a:ext>
            </a:extLst>
          </p:cNvPr>
          <p:cNvSpPr>
            <a:spLocks xmlns:a="http://schemas.openxmlformats.org/drawingml/2006/main" noGrp="1"/>
          </p:cNvSpPr>
          <p:nvPr/>
        </p:nvSpPr>
        <p:spPr>
          <a:xfrm xmlns:a="http://schemas.openxmlformats.org/drawingml/2006/main">
            <a:off x="8934450" y="2343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Project and method guides</a:t>
            </a:r>
          </a:p>
        </p:txBody>
      </p:sp>
      <p:sp>
        <p:nvSpPr>
          <p:cNvPr id="16" name="">
            <a:extLst xmlns:a="http://schemas.openxmlformats.org/drawingml/2006/main">
              <a:ext uri="{FF2B5EF4-FFF2-40B4-BE49-F238E27FC236}">
                <a16:creationId xmlns:a16="http://schemas.microsoft.com/office/drawing/2014/main" id="{DE5E7D5B-8E7C-4C82-A85C-9864750789E8}"/>
              </a:ext>
            </a:extLst>
          </p:cNvPr>
          <p:cNvSpPr>
            <a:spLocks xmlns:a="http://schemas.openxmlformats.org/drawingml/2006/main" noGrp="1"/>
          </p:cNvSpPr>
          <p:nvPr/>
        </p:nvSpPr>
        <p:spPr>
          <a:xfrm xmlns:a="http://schemas.openxmlformats.org/drawingml/2006/main">
            <a:off x="7105650" y="26765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results/lagos/</a:t>
            </a:r>
          </a:p>
        </p:txBody>
      </p:sp>
      <p:sp>
        <p:nvSpPr>
          <p:cNvPr id="17" name="">
            <a:extLst xmlns:a="http://schemas.openxmlformats.org/drawingml/2006/main">
              <a:ext uri="{FF2B5EF4-FFF2-40B4-BE49-F238E27FC236}">
                <a16:creationId xmlns:a16="http://schemas.microsoft.com/office/drawing/2014/main" id="{3085D94F-A5E0-4063-B321-BD6615EC8F42}"/>
              </a:ext>
            </a:extLst>
          </p:cNvPr>
          <p:cNvSpPr>
            <a:spLocks xmlns:a="http://schemas.openxmlformats.org/drawingml/2006/main" noGrp="1"/>
          </p:cNvSpPr>
          <p:nvPr/>
        </p:nvSpPr>
        <p:spPr>
          <a:xfrm xmlns:a="http://schemas.openxmlformats.org/drawingml/2006/main">
            <a:off x="8934450" y="267652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Source exports and QA</a:t>
            </a:r>
          </a:p>
        </p:txBody>
      </p:sp>
      <p:sp>
        <p:nvSpPr>
          <p:cNvPr id="18" name="">
            <a:extLst xmlns:a="http://schemas.openxmlformats.org/drawingml/2006/main">
              <a:ext uri="{FF2B5EF4-FFF2-40B4-BE49-F238E27FC236}">
                <a16:creationId xmlns:a16="http://schemas.microsoft.com/office/drawing/2014/main" id="{1FBE9159-62A5-40FA-A18F-28E99B8CD01C}"/>
              </a:ext>
            </a:extLst>
          </p:cNvPr>
          <p:cNvSpPr>
            <a:spLocks xmlns:a="http://schemas.openxmlformats.org/drawingml/2006/main" noGrp="1"/>
          </p:cNvSpPr>
          <p:nvPr/>
        </p:nvSpPr>
        <p:spPr>
          <a:xfrm xmlns:a="http://schemas.openxmlformats.org/drawingml/2006/main">
            <a:off x="7105650" y="30099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results/presentation/</a:t>
            </a:r>
          </a:p>
        </p:txBody>
      </p:sp>
      <p:sp>
        <p:nvSpPr>
          <p:cNvPr id="19" name="">
            <a:extLst xmlns:a="http://schemas.openxmlformats.org/drawingml/2006/main">
              <a:ext uri="{FF2B5EF4-FFF2-40B4-BE49-F238E27FC236}">
                <a16:creationId xmlns:a16="http://schemas.microsoft.com/office/drawing/2014/main" id="{E586D1C2-270C-4CAF-B304-1FC289D5A581}"/>
              </a:ext>
            </a:extLst>
          </p:cNvPr>
          <p:cNvSpPr>
            <a:spLocks xmlns:a="http://schemas.openxmlformats.org/drawingml/2006/main" noGrp="1"/>
          </p:cNvSpPr>
          <p:nvPr/>
        </p:nvSpPr>
        <p:spPr>
          <a:xfrm xmlns:a="http://schemas.openxmlformats.org/drawingml/2006/main">
            <a:off x="8934450" y="3009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Presentation and figures</a:t>
            </a:r>
          </a:p>
        </p:txBody>
      </p:sp>
      <p:sp>
        <p:nvSpPr>
          <p:cNvPr id="20" name="">
            <a:extLst xmlns:a="http://schemas.openxmlformats.org/drawingml/2006/main">
              <a:ext uri="{FF2B5EF4-FFF2-40B4-BE49-F238E27FC236}">
                <a16:creationId xmlns:a16="http://schemas.microsoft.com/office/drawing/2014/main" id="{870E16B3-6906-4AC6-9E9A-3A2707CE4C41}"/>
              </a:ext>
            </a:extLst>
          </p:cNvPr>
          <p:cNvSpPr>
            <a:spLocks xmlns:a="http://schemas.openxmlformats.org/drawingml/2006/main" noGrp="1"/>
          </p:cNvSpPr>
          <p:nvPr/>
        </p:nvSpPr>
        <p:spPr>
          <a:xfrm xmlns:a="http://schemas.openxmlformats.org/drawingml/2006/main">
            <a:off x="7105650" y="33432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tests/</a:t>
            </a:r>
          </a:p>
        </p:txBody>
      </p:sp>
      <p:sp>
        <p:nvSpPr>
          <p:cNvPr id="21" name="">
            <a:extLst xmlns:a="http://schemas.openxmlformats.org/drawingml/2006/main">
              <a:ext uri="{FF2B5EF4-FFF2-40B4-BE49-F238E27FC236}">
                <a16:creationId xmlns:a16="http://schemas.microsoft.com/office/drawing/2014/main" id="{188FDE17-8465-48A3-A75B-663B2FACD8B4}"/>
              </a:ext>
            </a:extLst>
          </p:cNvPr>
          <p:cNvSpPr>
            <a:spLocks xmlns:a="http://schemas.openxmlformats.org/drawingml/2006/main" noGrp="1"/>
          </p:cNvSpPr>
          <p:nvPr/>
        </p:nvSpPr>
        <p:spPr>
          <a:xfrm xmlns:a="http://schemas.openxmlformats.org/drawingml/2006/main">
            <a:off x="8934450" y="334327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Focused unit checks</a:t>
            </a:r>
          </a:p>
        </p:txBody>
      </p:sp>
      <p:sp>
        <p:nvSpPr>
          <p:cNvPr id="22" name="">
            <a:extLst xmlns:a="http://schemas.openxmlformats.org/drawingml/2006/main">
              <a:ext uri="{FF2B5EF4-FFF2-40B4-BE49-F238E27FC236}">
                <a16:creationId xmlns:a16="http://schemas.microsoft.com/office/drawing/2014/main" id="{6EB9A7C9-C005-4682-BD71-43C785974EC1}"/>
              </a:ext>
            </a:extLst>
          </p:cNvPr>
          <p:cNvSpPr>
            <a:spLocks xmlns:a="http://schemas.openxmlformats.org/drawingml/2006/main" noGrp="1"/>
          </p:cNvSpPr>
          <p:nvPr/>
        </p:nvSpPr>
        <p:spPr>
          <a:xfrm xmlns:a="http://schemas.openxmlformats.org/drawingml/2006/main">
            <a:off x="7086600" y="37052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5344D"/>
                </a:solidFill>
                <a:latin typeface="Arial"/>
                <a:ea typeface="Arial"/>
                <a:cs typeface="Arial"/>
              </a:defRPr>
            </a:defPPr>
            <a:lvl1pPr algn="l">
              <a:defRPr sz="1350" b="1">
                <a:solidFill>
                  <a:srgbClr val="15344D"/>
                </a:solidFill>
                <a:latin typeface="Arial"/>
                <a:ea typeface="Arial"/>
                <a:cs typeface="Arial"/>
              </a:defRPr>
            </a:lvl1pPr>
            <a:lvl2pPr algn="l">
              <a:defRPr sz="1350" b="1">
                <a:solidFill>
                  <a:srgbClr val="15344D"/>
                </a:solidFill>
                <a:latin typeface="Arial"/>
                <a:ea typeface="Arial"/>
                <a:cs typeface="Arial"/>
              </a:defRPr>
            </a:lvl2pPr>
            <a:lvl3pPr algn="l">
              <a:defRPr sz="1350" b="1">
                <a:solidFill>
                  <a:srgbClr val="15344D"/>
                </a:solidFill>
                <a:latin typeface="Arial"/>
                <a:ea typeface="Arial"/>
                <a:cs typeface="Arial"/>
              </a:defRPr>
            </a:lvl3pPr>
            <a:lvl4pPr algn="l">
              <a:defRPr sz="1350" b="1">
                <a:solidFill>
                  <a:srgbClr val="15344D"/>
                </a:solidFill>
                <a:latin typeface="Arial"/>
                <a:ea typeface="Arial"/>
                <a:cs typeface="Arial"/>
              </a:defRPr>
            </a:lvl4pPr>
            <a:lvl5pPr algn="l">
              <a:defRPr sz="1350" b="1">
                <a:solidFill>
                  <a:srgbClr val="15344D"/>
                </a:solidFill>
                <a:latin typeface="Arial"/>
                <a:ea typeface="Arial"/>
                <a:cs typeface="Arial"/>
              </a:defRPr>
            </a:lvl5pPr>
            <a:lvl6pPr algn="l">
              <a:defRPr sz="1350" b="1">
                <a:solidFill>
                  <a:srgbClr val="15344D"/>
                </a:solidFill>
                <a:latin typeface="Arial"/>
                <a:ea typeface="Arial"/>
                <a:cs typeface="Arial"/>
              </a:defRPr>
            </a:lvl6pPr>
            <a:lvl7pPr algn="l">
              <a:defRPr sz="1350" b="1">
                <a:solidFill>
                  <a:srgbClr val="15344D"/>
                </a:solidFill>
                <a:latin typeface="Arial"/>
                <a:ea typeface="Arial"/>
                <a:cs typeface="Arial"/>
              </a:defRPr>
            </a:lvl7pPr>
            <a:lvl8pPr algn="l">
              <a:defRPr sz="1350" b="1">
                <a:solidFill>
                  <a:srgbClr val="15344D"/>
                </a:solidFill>
                <a:latin typeface="Arial"/>
                <a:ea typeface="Arial"/>
                <a:cs typeface="Arial"/>
              </a:defRPr>
            </a:lvl8pPr>
            <a:lvl9pPr algn="l">
              <a:defRPr sz="1350" b="1">
                <a:solidFill>
                  <a:srgbClr val="15344D"/>
                </a:solidFill>
                <a:latin typeface="Arial"/>
                <a:ea typeface="Arial"/>
                <a:cs typeface="Arial"/>
              </a:defRPr>
            </a:lvl9pPr>
          </a:lstStyle>
          <a:p xmlns:a="http://schemas.openxmlformats.org/drawingml/2006/main">
            <a:pPr algn="l">
              <a:defRPr sz="1350" b="1">
                <a:solidFill>
                  <a:srgbClr val="15344D"/>
                </a:solidFill>
                <a:latin typeface="Arial"/>
                <a:ea typeface="Arial"/>
                <a:cs typeface="Arial"/>
              </a:defRPr>
            </a:pPr>
            <a:r>
              <a:rPr sz="1350" b="1">
                <a:solidFill>
                  <a:srgbClr val="15344D"/>
                </a:solidFill>
                <a:latin typeface="Arial"/>
                <a:ea typeface="Arial"/>
                <a:cs typeface="Arial"/>
              </a:rPr>
              <a:t>Drive output</a:t>
            </a:r>
          </a:p>
        </p:txBody>
      </p:sp>
      <p:sp>
        <p:nvSpPr>
          <p:cNvPr id="23" name="">
            <a:extLst xmlns:a="http://schemas.openxmlformats.org/drawingml/2006/main">
              <a:ext uri="{FF2B5EF4-FFF2-40B4-BE49-F238E27FC236}">
                <a16:creationId xmlns:a16="http://schemas.microsoft.com/office/drawing/2014/main" id="{46B8CFA3-B64B-4FD0-BFAB-E75E8C267F91}"/>
              </a:ext>
            </a:extLst>
          </p:cNvPr>
          <p:cNvSpPr>
            <a:spLocks xmlns:a="http://schemas.openxmlformats.org/drawingml/2006/main" noGrp="1"/>
          </p:cNvSpPr>
          <p:nvPr/>
        </p:nvSpPr>
        <p:spPr>
          <a:xfrm xmlns:a="http://schemas.openxmlformats.org/drawingml/2006/main">
            <a:off x="7105650" y="41052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B2B36"/>
                </a:solidFill>
                <a:latin typeface="Arial"/>
                <a:ea typeface="Arial"/>
                <a:cs typeface="Arial"/>
              </a:defRPr>
            </a:defPPr>
            <a:lvl1pPr algn="l">
              <a:defRPr sz="1275" b="0">
                <a:solidFill>
                  <a:srgbClr val="1B2B36"/>
                </a:solidFill>
                <a:latin typeface="Arial"/>
                <a:ea typeface="Arial"/>
                <a:cs typeface="Arial"/>
              </a:defRPr>
            </a:lvl1pPr>
            <a:lvl2pPr algn="l">
              <a:defRPr sz="1275" b="0">
                <a:solidFill>
                  <a:srgbClr val="1B2B36"/>
                </a:solidFill>
                <a:latin typeface="Arial"/>
                <a:ea typeface="Arial"/>
                <a:cs typeface="Arial"/>
              </a:defRPr>
            </a:lvl2pPr>
            <a:lvl3pPr algn="l">
              <a:defRPr sz="1275" b="0">
                <a:solidFill>
                  <a:srgbClr val="1B2B36"/>
                </a:solidFill>
                <a:latin typeface="Arial"/>
                <a:ea typeface="Arial"/>
                <a:cs typeface="Arial"/>
              </a:defRPr>
            </a:lvl3pPr>
            <a:lvl4pPr algn="l">
              <a:defRPr sz="1275" b="0">
                <a:solidFill>
                  <a:srgbClr val="1B2B36"/>
                </a:solidFill>
                <a:latin typeface="Arial"/>
                <a:ea typeface="Arial"/>
                <a:cs typeface="Arial"/>
              </a:defRPr>
            </a:lvl4pPr>
            <a:lvl5pPr algn="l">
              <a:defRPr sz="1275" b="0">
                <a:solidFill>
                  <a:srgbClr val="1B2B36"/>
                </a:solidFill>
                <a:latin typeface="Arial"/>
                <a:ea typeface="Arial"/>
                <a:cs typeface="Arial"/>
              </a:defRPr>
            </a:lvl5pPr>
            <a:lvl6pPr algn="l">
              <a:defRPr sz="1275" b="0">
                <a:solidFill>
                  <a:srgbClr val="1B2B36"/>
                </a:solidFill>
                <a:latin typeface="Arial"/>
                <a:ea typeface="Arial"/>
                <a:cs typeface="Arial"/>
              </a:defRPr>
            </a:lvl6pPr>
            <a:lvl7pPr algn="l">
              <a:defRPr sz="1275" b="0">
                <a:solidFill>
                  <a:srgbClr val="1B2B36"/>
                </a:solidFill>
                <a:latin typeface="Arial"/>
                <a:ea typeface="Arial"/>
                <a:cs typeface="Arial"/>
              </a:defRPr>
            </a:lvl7pPr>
            <a:lvl8pPr algn="l">
              <a:defRPr sz="1275" b="0">
                <a:solidFill>
                  <a:srgbClr val="1B2B36"/>
                </a:solidFill>
                <a:latin typeface="Arial"/>
                <a:ea typeface="Arial"/>
                <a:cs typeface="Arial"/>
              </a:defRPr>
            </a:lvl8pPr>
            <a:lvl9pPr algn="l">
              <a:defRPr sz="1275" b="0">
                <a:solidFill>
                  <a:srgbClr val="1B2B36"/>
                </a:solidFill>
                <a:latin typeface="Arial"/>
                <a:ea typeface="Arial"/>
                <a:cs typeface="Arial"/>
              </a:defRPr>
            </a:lvl9pPr>
          </a:lstStyle>
          <a:p xmlns:a="http://schemas.openxmlformats.org/drawingml/2006/main">
            <a:pPr algn="l">
              <a:defRPr sz="1275" b="0">
                <a:solidFill>
                  <a:srgbClr val="1B2B36"/>
                </a:solidFill>
                <a:latin typeface="Arial"/>
                <a:ea typeface="Arial"/>
                <a:cs typeface="Arial"/>
              </a:defRPr>
            </a:pPr>
            <a:r>
              <a:rPr sz="1275" b="0">
                <a:solidFill>
                  <a:srgbClr val="1B2B36"/>
                </a:solidFill>
                <a:latin typeface="Arial"/>
                <a:ea typeface="Arial"/>
                <a:cs typeface="Arial"/>
              </a:rPr>
              <a:t>My Drive/Lagos_Open_Buildings/</a:t>
            </a:r>
          </a:p>
        </p:txBody>
      </p:sp>
      <p:sp>
        <p:nvSpPr>
          <p:cNvPr id="24" name="">
            <a:extLst xmlns:a="http://schemas.openxmlformats.org/drawingml/2006/main">
              <a:ext uri="{FF2B5EF4-FFF2-40B4-BE49-F238E27FC236}">
                <a16:creationId xmlns:a16="http://schemas.microsoft.com/office/drawing/2014/main" id="{C160C820-11B6-4ADF-820B-38055D8F98D2}"/>
              </a:ext>
            </a:extLst>
          </p:cNvPr>
          <p:cNvSpPr>
            <a:spLocks xmlns:a="http://schemas.openxmlformats.org/drawingml/2006/main" noGrp="1"/>
          </p:cNvSpPr>
          <p:nvPr/>
        </p:nvSpPr>
        <p:spPr>
          <a:xfrm xmlns:a="http://schemas.openxmlformats.org/drawingml/2006/main">
            <a:off x="7105650" y="4629150"/>
            <a:ext cx="4095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86C78"/>
                </a:solidFill>
                <a:latin typeface="Arial"/>
                <a:ea typeface="Arial"/>
                <a:cs typeface="Arial"/>
              </a:defRPr>
            </a:defPPr>
            <a:lvl1pPr algn="l">
              <a:defRPr sz="1275" b="0">
                <a:solidFill>
                  <a:srgbClr val="586C78"/>
                </a:solidFill>
                <a:latin typeface="Arial"/>
                <a:ea typeface="Arial"/>
                <a:cs typeface="Arial"/>
              </a:defRPr>
            </a:lvl1pPr>
            <a:lvl2pPr algn="l">
              <a:defRPr sz="1275" b="0">
                <a:solidFill>
                  <a:srgbClr val="586C78"/>
                </a:solidFill>
                <a:latin typeface="Arial"/>
                <a:ea typeface="Arial"/>
                <a:cs typeface="Arial"/>
              </a:defRPr>
            </a:lvl2pPr>
            <a:lvl3pPr algn="l">
              <a:defRPr sz="1275" b="0">
                <a:solidFill>
                  <a:srgbClr val="586C78"/>
                </a:solidFill>
                <a:latin typeface="Arial"/>
                <a:ea typeface="Arial"/>
                <a:cs typeface="Arial"/>
              </a:defRPr>
            </a:lvl3pPr>
            <a:lvl4pPr algn="l">
              <a:defRPr sz="1275" b="0">
                <a:solidFill>
                  <a:srgbClr val="586C78"/>
                </a:solidFill>
                <a:latin typeface="Arial"/>
                <a:ea typeface="Arial"/>
                <a:cs typeface="Arial"/>
              </a:defRPr>
            </a:lvl4pPr>
            <a:lvl5pPr algn="l">
              <a:defRPr sz="1275" b="0">
                <a:solidFill>
                  <a:srgbClr val="586C78"/>
                </a:solidFill>
                <a:latin typeface="Arial"/>
                <a:ea typeface="Arial"/>
                <a:cs typeface="Arial"/>
              </a:defRPr>
            </a:lvl5pPr>
            <a:lvl6pPr algn="l">
              <a:defRPr sz="1275" b="0">
                <a:solidFill>
                  <a:srgbClr val="586C78"/>
                </a:solidFill>
                <a:latin typeface="Arial"/>
                <a:ea typeface="Arial"/>
                <a:cs typeface="Arial"/>
              </a:defRPr>
            </a:lvl6pPr>
            <a:lvl7pPr algn="l">
              <a:defRPr sz="1275" b="0">
                <a:solidFill>
                  <a:srgbClr val="586C78"/>
                </a:solidFill>
                <a:latin typeface="Arial"/>
                <a:ea typeface="Arial"/>
                <a:cs typeface="Arial"/>
              </a:defRPr>
            </a:lvl7pPr>
            <a:lvl8pPr algn="l">
              <a:defRPr sz="1275" b="0">
                <a:solidFill>
                  <a:srgbClr val="586C78"/>
                </a:solidFill>
                <a:latin typeface="Arial"/>
                <a:ea typeface="Arial"/>
                <a:cs typeface="Arial"/>
              </a:defRPr>
            </a:lvl8pPr>
            <a:lvl9pPr algn="l">
              <a:defRPr sz="1275" b="0">
                <a:solidFill>
                  <a:srgbClr val="586C78"/>
                </a:solidFill>
                <a:latin typeface="Arial"/>
                <a:ea typeface="Arial"/>
                <a:cs typeface="Arial"/>
              </a:defRPr>
            </a:lvl9pPr>
          </a:lstStyle>
          <a:p xmlns:a="http://schemas.openxmlformats.org/drawingml/2006/main">
            <a:pPr algn="l">
              <a:defRPr sz="1275" b="0">
                <a:solidFill>
                  <a:srgbClr val="586C78"/>
                </a:solidFill>
                <a:latin typeface="Arial"/>
                <a:ea typeface="Arial"/>
                <a:cs typeface="Arial"/>
              </a:defRPr>
            </a:pPr>
            <a:r>
              <a:rPr sz="1275" b="0">
                <a:solidFill>
                  <a:srgbClr val="586C78"/>
                </a:solidFill>
                <a:latin typeface="Arial"/>
                <a:ea typeface="Arial"/>
                <a:cs typeface="Arial"/>
              </a:rPr>
              <a:t>For another LGA, pass its footprint, summary, and boundary paths to the same analyzer.</a:t>
            </a:r>
          </a:p>
        </p:txBody>
      </p:sp>
      <p:sp>
        <p:nvSpPr>
          <p:cNvPr id="25" name="">
            <a:extLst xmlns:a="http://schemas.openxmlformats.org/drawingml/2006/main">
              <a:ext uri="{FF2B5EF4-FFF2-40B4-BE49-F238E27FC236}">
                <a16:creationId xmlns:a16="http://schemas.microsoft.com/office/drawing/2014/main" id="{B7F48EB0-B60E-494C-9BB4-709F441181BF}"/>
              </a:ext>
            </a:extLst>
          </p:cNvPr>
          <p:cNvSpPr>
            <a:spLocks xmlns:a="http://schemas.openxmlformats.org/drawingml/2006/main" noGrp="1"/>
          </p:cNvSpPr>
          <p:nvPr/>
        </p:nvSpPr>
        <p:spPr>
          <a:xfrm xmlns:a="http://schemas.openxmlformats.org/drawingml/2006/main">
            <a:off x="781050" y="54959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5344D"/>
                </a:solidFill>
                <a:latin typeface="Arial"/>
                <a:ea typeface="Arial"/>
                <a:cs typeface="Arial"/>
              </a:defRPr>
            </a:defPPr>
            <a:lvl1pPr algn="l">
              <a:defRPr sz="1200" b="1">
                <a:solidFill>
                  <a:srgbClr val="15344D"/>
                </a:solidFill>
                <a:latin typeface="Arial"/>
                <a:ea typeface="Arial"/>
                <a:cs typeface="Arial"/>
              </a:defRPr>
            </a:lvl1pPr>
            <a:lvl2pPr algn="l">
              <a:defRPr sz="1200" b="1">
                <a:solidFill>
                  <a:srgbClr val="15344D"/>
                </a:solidFill>
                <a:latin typeface="Arial"/>
                <a:ea typeface="Arial"/>
                <a:cs typeface="Arial"/>
              </a:defRPr>
            </a:lvl2pPr>
            <a:lvl3pPr algn="l">
              <a:defRPr sz="1200" b="1">
                <a:solidFill>
                  <a:srgbClr val="15344D"/>
                </a:solidFill>
                <a:latin typeface="Arial"/>
                <a:ea typeface="Arial"/>
                <a:cs typeface="Arial"/>
              </a:defRPr>
            </a:lvl3pPr>
            <a:lvl4pPr algn="l">
              <a:defRPr sz="1200" b="1">
                <a:solidFill>
                  <a:srgbClr val="15344D"/>
                </a:solidFill>
                <a:latin typeface="Arial"/>
                <a:ea typeface="Arial"/>
                <a:cs typeface="Arial"/>
              </a:defRPr>
            </a:lvl4pPr>
            <a:lvl5pPr algn="l">
              <a:defRPr sz="1200" b="1">
                <a:solidFill>
                  <a:srgbClr val="15344D"/>
                </a:solidFill>
                <a:latin typeface="Arial"/>
                <a:ea typeface="Arial"/>
                <a:cs typeface="Arial"/>
              </a:defRPr>
            </a:lvl5pPr>
            <a:lvl6pPr algn="l">
              <a:defRPr sz="1200" b="1">
                <a:solidFill>
                  <a:srgbClr val="15344D"/>
                </a:solidFill>
                <a:latin typeface="Arial"/>
                <a:ea typeface="Arial"/>
                <a:cs typeface="Arial"/>
              </a:defRPr>
            </a:lvl6pPr>
            <a:lvl7pPr algn="l">
              <a:defRPr sz="1200" b="1">
                <a:solidFill>
                  <a:srgbClr val="15344D"/>
                </a:solidFill>
                <a:latin typeface="Arial"/>
                <a:ea typeface="Arial"/>
                <a:cs typeface="Arial"/>
              </a:defRPr>
            </a:lvl7pPr>
            <a:lvl8pPr algn="l">
              <a:defRPr sz="1200" b="1">
                <a:solidFill>
                  <a:srgbClr val="15344D"/>
                </a:solidFill>
                <a:latin typeface="Arial"/>
                <a:ea typeface="Arial"/>
                <a:cs typeface="Arial"/>
              </a:defRPr>
            </a:lvl8pPr>
            <a:lvl9pPr algn="l">
              <a:defRPr sz="1200" b="1">
                <a:solidFill>
                  <a:srgbClr val="15344D"/>
                </a:solidFill>
                <a:latin typeface="Arial"/>
                <a:ea typeface="Arial"/>
                <a:cs typeface="Arial"/>
              </a:defRPr>
            </a:lvl9pPr>
          </a:lstStyle>
          <a:p xmlns:a="http://schemas.openxmlformats.org/drawingml/2006/main">
            <a:pPr algn="l">
              <a:defRPr sz="1200" b="1">
                <a:solidFill>
                  <a:srgbClr val="15344D"/>
                </a:solidFill>
                <a:latin typeface="Arial"/>
                <a:ea typeface="Arial"/>
                <a:cs typeface="Arial"/>
              </a:defRPr>
            </a:pPr>
            <a:r>
              <a:rPr sz="1200" b="1">
                <a:solidFill>
                  <a:srgbClr val="15344D"/>
                </a:solidFill>
                <a:latin typeface="Arial"/>
                <a:ea typeface="Arial"/>
                <a:cs typeface="Arial"/>
              </a:rPr>
              <a:t>No live credentials or API keys are stored in the repository.</a:t>
            </a:r>
          </a:p>
        </p:txBody>
      </p:sp>
    </p:spTree>
    <p:extLst>
      <p:ext uri="{BB962C8B-B14F-4D97-AF65-F5344CB8AC3E}">
        <p14:creationId xmlns:p14="http://schemas.microsoft.com/office/powerpoint/2010/main" val="1636908008"/>
      </p:ext>
    </p:extLst>
  </p:cSld>
</p:sld>
</file>

<file path=ppt/slides/slide12.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A0DCE8D-AAC8-4611-99D7-F03DA88C3CDA}"/>
              </a:ext>
            </a:extLst>
          </p:cNvPr>
          <p:cNvSpPr>
            <a:spLocks xmlns:a="http://schemas.openxmlformats.org/drawingml/2006/main" noGrp="1"/>
          </p:cNvSpPr>
          <p:nvPr/>
        </p:nvSpPr>
        <p:spPr>
          <a:xfrm xmlns:a="http://schemas.openxmlformats.org/drawingml/2006/main">
            <a:off x="685800" y="2286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00836E"/>
                </a:solidFill>
                <a:latin typeface="Arial"/>
                <a:ea typeface="Arial"/>
                <a:cs typeface="Arial"/>
              </a:defRPr>
            </a:defPPr>
            <a:lvl1pPr algn="l">
              <a:defRPr sz="900" b="1">
                <a:solidFill>
                  <a:srgbClr val="00836E"/>
                </a:solidFill>
                <a:latin typeface="Arial"/>
                <a:ea typeface="Arial"/>
                <a:cs typeface="Arial"/>
              </a:defRPr>
            </a:lvl1pPr>
            <a:lvl2pPr algn="l">
              <a:defRPr sz="900" b="1">
                <a:solidFill>
                  <a:srgbClr val="00836E"/>
                </a:solidFill>
                <a:latin typeface="Arial"/>
                <a:ea typeface="Arial"/>
                <a:cs typeface="Arial"/>
              </a:defRPr>
            </a:lvl2pPr>
            <a:lvl3pPr algn="l">
              <a:defRPr sz="900" b="1">
                <a:solidFill>
                  <a:srgbClr val="00836E"/>
                </a:solidFill>
                <a:latin typeface="Arial"/>
                <a:ea typeface="Arial"/>
                <a:cs typeface="Arial"/>
              </a:defRPr>
            </a:lvl3pPr>
            <a:lvl4pPr algn="l">
              <a:defRPr sz="900" b="1">
                <a:solidFill>
                  <a:srgbClr val="00836E"/>
                </a:solidFill>
                <a:latin typeface="Arial"/>
                <a:ea typeface="Arial"/>
                <a:cs typeface="Arial"/>
              </a:defRPr>
            </a:lvl4pPr>
            <a:lvl5pPr algn="l">
              <a:defRPr sz="900" b="1">
                <a:solidFill>
                  <a:srgbClr val="00836E"/>
                </a:solidFill>
                <a:latin typeface="Arial"/>
                <a:ea typeface="Arial"/>
                <a:cs typeface="Arial"/>
              </a:defRPr>
            </a:lvl5pPr>
            <a:lvl6pPr algn="l">
              <a:defRPr sz="900" b="1">
                <a:solidFill>
                  <a:srgbClr val="00836E"/>
                </a:solidFill>
                <a:latin typeface="Arial"/>
                <a:ea typeface="Arial"/>
                <a:cs typeface="Arial"/>
              </a:defRPr>
            </a:lvl6pPr>
            <a:lvl7pPr algn="l">
              <a:defRPr sz="900" b="1">
                <a:solidFill>
                  <a:srgbClr val="00836E"/>
                </a:solidFill>
                <a:latin typeface="Arial"/>
                <a:ea typeface="Arial"/>
                <a:cs typeface="Arial"/>
              </a:defRPr>
            </a:lvl7pPr>
            <a:lvl8pPr algn="l">
              <a:defRPr sz="900" b="1">
                <a:solidFill>
                  <a:srgbClr val="00836E"/>
                </a:solidFill>
                <a:latin typeface="Arial"/>
                <a:ea typeface="Arial"/>
                <a:cs typeface="Arial"/>
              </a:defRPr>
            </a:lvl8pPr>
            <a:lvl9pPr algn="l">
              <a:defRPr sz="900" b="1">
                <a:solidFill>
                  <a:srgbClr val="00836E"/>
                </a:solidFill>
                <a:latin typeface="Arial"/>
                <a:ea typeface="Arial"/>
                <a:cs typeface="Arial"/>
              </a:defRPr>
            </a:lvl9pPr>
          </a:lstStyle>
          <a:p xmlns:a="http://schemas.openxmlformats.org/drawingml/2006/main">
            <a:pPr algn="l">
              <a:defRPr sz="900" b="1">
                <a:solidFill>
                  <a:srgbClr val="00836E"/>
                </a:solidFill>
                <a:latin typeface="Arial"/>
                <a:ea typeface="Arial"/>
                <a:cs typeface="Arial"/>
              </a:defRPr>
            </a:pPr>
            <a:r>
              <a:rPr sz="900" b="1">
                <a:solidFill>
                  <a:srgbClr val="00836E"/>
                </a:solidFill>
                <a:latin typeface="Arial"/>
                <a:ea typeface="Arial"/>
                <a:cs typeface="Arial"/>
              </a:rPr>
              <a:t>11  /  REVIEW</a:t>
            </a:r>
          </a:p>
        </p:txBody>
      </p:sp>
      <p:sp>
        <p:nvSpPr>
          <p:cNvPr id="2" name="">
            <a:extLst xmlns:a="http://schemas.openxmlformats.org/drawingml/2006/main">
              <a:ext uri="{FF2B5EF4-FFF2-40B4-BE49-F238E27FC236}">
                <a16:creationId xmlns:a16="http://schemas.microsoft.com/office/drawing/2014/main" id="{BF794D30-AE9E-420E-B7A1-227B71DE325E}"/>
              </a:ext>
            </a:extLst>
          </p:cNvPr>
          <p:cNvSpPr>
            <a:spLocks xmlns:a="http://schemas.openxmlformats.org/drawingml/2006/main" noGrp="1"/>
          </p:cNvSpPr>
          <p:nvPr/>
        </p:nvSpPr>
        <p:spPr>
          <a:xfrm xmlns:a="http://schemas.openxmlformats.org/drawingml/2006/main">
            <a:off x="685800" y="48577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44D"/>
                </a:solidFill>
                <a:latin typeface="Arial"/>
                <a:ea typeface="Arial"/>
                <a:cs typeface="Arial"/>
              </a:defRPr>
            </a:defPPr>
            <a:lvl1pPr algn="l">
              <a:defRPr sz="2550" b="1">
                <a:solidFill>
                  <a:srgbClr val="15344D"/>
                </a:solidFill>
                <a:latin typeface="Arial"/>
                <a:ea typeface="Arial"/>
                <a:cs typeface="Arial"/>
              </a:defRPr>
            </a:lvl1pPr>
            <a:lvl2pPr algn="l">
              <a:defRPr sz="2550" b="1">
                <a:solidFill>
                  <a:srgbClr val="15344D"/>
                </a:solidFill>
                <a:latin typeface="Arial"/>
                <a:ea typeface="Arial"/>
                <a:cs typeface="Arial"/>
              </a:defRPr>
            </a:lvl2pPr>
            <a:lvl3pPr algn="l">
              <a:defRPr sz="2550" b="1">
                <a:solidFill>
                  <a:srgbClr val="15344D"/>
                </a:solidFill>
                <a:latin typeface="Arial"/>
                <a:ea typeface="Arial"/>
                <a:cs typeface="Arial"/>
              </a:defRPr>
            </a:lvl3pPr>
            <a:lvl4pPr algn="l">
              <a:defRPr sz="2550" b="1">
                <a:solidFill>
                  <a:srgbClr val="15344D"/>
                </a:solidFill>
                <a:latin typeface="Arial"/>
                <a:ea typeface="Arial"/>
                <a:cs typeface="Arial"/>
              </a:defRPr>
            </a:lvl4pPr>
            <a:lvl5pPr algn="l">
              <a:defRPr sz="2550" b="1">
                <a:solidFill>
                  <a:srgbClr val="15344D"/>
                </a:solidFill>
                <a:latin typeface="Arial"/>
                <a:ea typeface="Arial"/>
                <a:cs typeface="Arial"/>
              </a:defRPr>
            </a:lvl5pPr>
            <a:lvl6pPr algn="l">
              <a:defRPr sz="2550" b="1">
                <a:solidFill>
                  <a:srgbClr val="15344D"/>
                </a:solidFill>
                <a:latin typeface="Arial"/>
                <a:ea typeface="Arial"/>
                <a:cs typeface="Arial"/>
              </a:defRPr>
            </a:lvl6pPr>
            <a:lvl7pPr algn="l">
              <a:defRPr sz="2550" b="1">
                <a:solidFill>
                  <a:srgbClr val="15344D"/>
                </a:solidFill>
                <a:latin typeface="Arial"/>
                <a:ea typeface="Arial"/>
                <a:cs typeface="Arial"/>
              </a:defRPr>
            </a:lvl7pPr>
            <a:lvl8pPr algn="l">
              <a:defRPr sz="2550" b="1">
                <a:solidFill>
                  <a:srgbClr val="15344D"/>
                </a:solidFill>
                <a:latin typeface="Arial"/>
                <a:ea typeface="Arial"/>
                <a:cs typeface="Arial"/>
              </a:defRPr>
            </a:lvl8pPr>
            <a:lvl9pPr algn="l">
              <a:defRPr sz="2550" b="1">
                <a:solidFill>
                  <a:srgbClr val="15344D"/>
                </a:solidFill>
                <a:latin typeface="Arial"/>
                <a:ea typeface="Arial"/>
                <a:cs typeface="Arial"/>
              </a:defRPr>
            </a:lvl9pPr>
          </a:lstStyle>
          <a:p xmlns:a="http://schemas.openxmlformats.org/drawingml/2006/main">
            <a:pPr algn="l">
              <a:defRPr sz="2550" b="1">
                <a:solidFill>
                  <a:srgbClr val="15344D"/>
                </a:solidFill>
                <a:latin typeface="Arial"/>
                <a:ea typeface="Arial"/>
                <a:cs typeface="Arial"/>
              </a:defRPr>
            </a:pPr>
            <a:r>
              <a:rPr sz="2550" b="1">
                <a:solidFill>
                  <a:srgbClr val="15344D"/>
                </a:solidFill>
                <a:latin typeface="Arial"/>
                <a:ea typeface="Arial"/>
                <a:cs typeface="Arial"/>
              </a:rPr>
              <a:t>Project assessment and next steps</a:t>
            </a:r>
          </a:p>
        </p:txBody>
      </p:sp>
      <p:sp>
        <p:nvSpPr>
          <p:cNvPr id="3" name="">
            <a:extLst xmlns:a="http://schemas.openxmlformats.org/drawingml/2006/main">
              <a:ext uri="{FF2B5EF4-FFF2-40B4-BE49-F238E27FC236}">
                <a16:creationId xmlns:a16="http://schemas.microsoft.com/office/drawing/2014/main" id="{6B0A431A-A62E-470A-A8D2-0D1096F2B370}"/>
              </a:ext>
            </a:extLst>
          </p:cNvPr>
          <p:cNvSpPr>
            <a:spLocks xmlns:a="http://schemas.openxmlformats.org/drawingml/2006/main" noGrp="1"/>
          </p:cNvSpPr>
          <p:nvPr/>
        </p:nvSpPr>
        <p:spPr>
          <a:xfrm xmlns:a="http://schemas.openxmlformats.org/drawingml/2006/main">
            <a:off x="685800" y="1028700"/>
            <a:ext cx="10820400" cy="190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2C127B-744A-43BD-A3DB-7511E849CE44}"/>
              </a:ext>
            </a:extLst>
          </p:cNvPr>
          <p:cNvSpPr>
            <a:spLocks xmlns:a="http://schemas.openxmlformats.org/drawingml/2006/main" noGrp="1"/>
          </p:cNvSpPr>
          <p:nvPr/>
        </p:nvSpPr>
        <p:spPr>
          <a:xfrm xmlns:a="http://schemas.openxmlformats.org/drawingml/2006/main">
            <a:off x="685800" y="64960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86C78"/>
                </a:solidFill>
                <a:latin typeface="Arial"/>
                <a:ea typeface="Arial"/>
                <a:cs typeface="Arial"/>
              </a:defRPr>
            </a:defPPr>
            <a:lvl1pPr algn="l">
              <a:defRPr sz="825" b="0">
                <a:solidFill>
                  <a:srgbClr val="586C78"/>
                </a:solidFill>
                <a:latin typeface="Arial"/>
                <a:ea typeface="Arial"/>
                <a:cs typeface="Arial"/>
              </a:defRPr>
            </a:lvl1pPr>
            <a:lvl2pPr algn="l">
              <a:defRPr sz="825" b="0">
                <a:solidFill>
                  <a:srgbClr val="586C78"/>
                </a:solidFill>
                <a:latin typeface="Arial"/>
                <a:ea typeface="Arial"/>
                <a:cs typeface="Arial"/>
              </a:defRPr>
            </a:lvl2pPr>
            <a:lvl3pPr algn="l">
              <a:defRPr sz="825" b="0">
                <a:solidFill>
                  <a:srgbClr val="586C78"/>
                </a:solidFill>
                <a:latin typeface="Arial"/>
                <a:ea typeface="Arial"/>
                <a:cs typeface="Arial"/>
              </a:defRPr>
            </a:lvl3pPr>
            <a:lvl4pPr algn="l">
              <a:defRPr sz="825" b="0">
                <a:solidFill>
                  <a:srgbClr val="586C78"/>
                </a:solidFill>
                <a:latin typeface="Arial"/>
                <a:ea typeface="Arial"/>
                <a:cs typeface="Arial"/>
              </a:defRPr>
            </a:lvl4pPr>
            <a:lvl5pPr algn="l">
              <a:defRPr sz="825" b="0">
                <a:solidFill>
                  <a:srgbClr val="586C78"/>
                </a:solidFill>
                <a:latin typeface="Arial"/>
                <a:ea typeface="Arial"/>
                <a:cs typeface="Arial"/>
              </a:defRPr>
            </a:lvl5pPr>
            <a:lvl6pPr algn="l">
              <a:defRPr sz="825" b="0">
                <a:solidFill>
                  <a:srgbClr val="586C78"/>
                </a:solidFill>
                <a:latin typeface="Arial"/>
                <a:ea typeface="Arial"/>
                <a:cs typeface="Arial"/>
              </a:defRPr>
            </a:lvl6pPr>
            <a:lvl7pPr algn="l">
              <a:defRPr sz="825" b="0">
                <a:solidFill>
                  <a:srgbClr val="586C78"/>
                </a:solidFill>
                <a:latin typeface="Arial"/>
                <a:ea typeface="Arial"/>
                <a:cs typeface="Arial"/>
              </a:defRPr>
            </a:lvl7pPr>
            <a:lvl8pPr algn="l">
              <a:defRPr sz="825" b="0">
                <a:solidFill>
                  <a:srgbClr val="586C78"/>
                </a:solidFill>
                <a:latin typeface="Arial"/>
                <a:ea typeface="Arial"/>
                <a:cs typeface="Arial"/>
              </a:defRPr>
            </a:lvl8pPr>
            <a:lvl9pPr algn="l">
              <a:defRPr sz="825" b="0">
                <a:solidFill>
                  <a:srgbClr val="586C78"/>
                </a:solidFill>
                <a:latin typeface="Arial"/>
                <a:ea typeface="Arial"/>
                <a:cs typeface="Arial"/>
              </a:defRPr>
            </a:lvl9pPr>
          </a:lstStyle>
          <a:p xmlns:a="http://schemas.openxmlformats.org/drawingml/2006/main">
            <a:pPr algn="l">
              <a:defRPr sz="825" b="0">
                <a:solidFill>
                  <a:srgbClr val="586C78"/>
                </a:solidFill>
                <a:latin typeface="Arial"/>
                <a:ea typeface="Arial"/>
                <a:cs typeface="Arial"/>
              </a:defRPr>
            </a:pPr>
            <a:r>
              <a:rPr sz="825" b="0">
                <a:solidFill>
                  <a:srgbClr val="586C78"/>
                </a:solidFill>
                <a:latin typeface="Arial"/>
                <a:ea typeface="Arial"/>
                <a:cs typeface="Arial"/>
              </a:rPr>
              <a:t>LAGOS BUILDING FOOTPRINT MAPPING     •     12 / 12</a:t>
            </a:r>
          </a:p>
        </p:txBody>
      </p:sp>
      <p:sp>
        <p:nvSpPr>
          <p:cNvPr id="5" name="">
            <a:extLst xmlns:a="http://schemas.openxmlformats.org/drawingml/2006/main">
              <a:ext uri="{FF2B5EF4-FFF2-40B4-BE49-F238E27FC236}">
                <a16:creationId xmlns:a16="http://schemas.microsoft.com/office/drawing/2014/main" id="{F7571DD6-C881-4840-ADC4-F40C991F6929}"/>
              </a:ext>
            </a:extLst>
          </p:cNvPr>
          <p:cNvSpPr>
            <a:spLocks xmlns:a="http://schemas.openxmlformats.org/drawingml/2006/main" noGrp="1"/>
          </p:cNvSpPr>
          <p:nvPr/>
        </p:nvSpPr>
        <p:spPr>
          <a:xfrm xmlns:a="http://schemas.openxmlformats.org/drawingml/2006/main">
            <a:off x="781050" y="14287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050" b="1">
                <a:solidFill>
                  <a:srgbClr val="00836E"/>
                </a:solidFill>
                <a:latin typeface="Arial"/>
                <a:ea typeface="Arial"/>
                <a:cs typeface="Arial"/>
              </a:defRPr>
            </a:defPPr>
            <a:lvl1pPr algn="l">
              <a:defRPr sz="4050" b="1">
                <a:solidFill>
                  <a:srgbClr val="00836E"/>
                </a:solidFill>
                <a:latin typeface="Arial"/>
                <a:ea typeface="Arial"/>
                <a:cs typeface="Arial"/>
              </a:defRPr>
            </a:lvl1pPr>
            <a:lvl2pPr algn="l">
              <a:defRPr sz="4050" b="1">
                <a:solidFill>
                  <a:srgbClr val="00836E"/>
                </a:solidFill>
                <a:latin typeface="Arial"/>
                <a:ea typeface="Arial"/>
                <a:cs typeface="Arial"/>
              </a:defRPr>
            </a:lvl2pPr>
            <a:lvl3pPr algn="l">
              <a:defRPr sz="4050" b="1">
                <a:solidFill>
                  <a:srgbClr val="00836E"/>
                </a:solidFill>
                <a:latin typeface="Arial"/>
                <a:ea typeface="Arial"/>
                <a:cs typeface="Arial"/>
              </a:defRPr>
            </a:lvl3pPr>
            <a:lvl4pPr algn="l">
              <a:defRPr sz="4050" b="1">
                <a:solidFill>
                  <a:srgbClr val="00836E"/>
                </a:solidFill>
                <a:latin typeface="Arial"/>
                <a:ea typeface="Arial"/>
                <a:cs typeface="Arial"/>
              </a:defRPr>
            </a:lvl4pPr>
            <a:lvl5pPr algn="l">
              <a:defRPr sz="4050" b="1">
                <a:solidFill>
                  <a:srgbClr val="00836E"/>
                </a:solidFill>
                <a:latin typeface="Arial"/>
                <a:ea typeface="Arial"/>
                <a:cs typeface="Arial"/>
              </a:defRPr>
            </a:lvl5pPr>
            <a:lvl6pPr algn="l">
              <a:defRPr sz="4050" b="1">
                <a:solidFill>
                  <a:srgbClr val="00836E"/>
                </a:solidFill>
                <a:latin typeface="Arial"/>
                <a:ea typeface="Arial"/>
                <a:cs typeface="Arial"/>
              </a:defRPr>
            </a:lvl6pPr>
            <a:lvl7pPr algn="l">
              <a:defRPr sz="4050" b="1">
                <a:solidFill>
                  <a:srgbClr val="00836E"/>
                </a:solidFill>
                <a:latin typeface="Arial"/>
                <a:ea typeface="Arial"/>
                <a:cs typeface="Arial"/>
              </a:defRPr>
            </a:lvl7pPr>
            <a:lvl8pPr algn="l">
              <a:defRPr sz="4050" b="1">
                <a:solidFill>
                  <a:srgbClr val="00836E"/>
                </a:solidFill>
                <a:latin typeface="Arial"/>
                <a:ea typeface="Arial"/>
                <a:cs typeface="Arial"/>
              </a:defRPr>
            </a:lvl8pPr>
            <a:lvl9pPr algn="l">
              <a:defRPr sz="4050" b="1">
                <a:solidFill>
                  <a:srgbClr val="00836E"/>
                </a:solidFill>
                <a:latin typeface="Arial"/>
                <a:ea typeface="Arial"/>
                <a:cs typeface="Arial"/>
              </a:defRPr>
            </a:lvl9pPr>
          </a:lstStyle>
          <a:p xmlns:a="http://schemas.openxmlformats.org/drawingml/2006/main">
            <a:pPr algn="l">
              <a:defRPr sz="4050" b="1">
                <a:solidFill>
                  <a:srgbClr val="00836E"/>
                </a:solidFill>
                <a:latin typeface="Arial"/>
                <a:ea typeface="Arial"/>
                <a:cs typeface="Arial"/>
              </a:defRPr>
            </a:pPr>
            <a:r>
              <a:rPr sz="4050" b="1">
                <a:solidFill>
                  <a:srgbClr val="00836E"/>
                </a:solidFill>
                <a:latin typeface="Arial"/>
                <a:ea typeface="Arial"/>
                <a:cs typeface="Arial"/>
              </a:rPr>
              <a:t>7 / 10</a:t>
            </a:r>
          </a:p>
        </p:txBody>
      </p:sp>
      <p:sp>
        <p:nvSpPr>
          <p:cNvPr id="6" name="">
            <a:extLst xmlns:a="http://schemas.openxmlformats.org/drawingml/2006/main">
              <a:ext uri="{FF2B5EF4-FFF2-40B4-BE49-F238E27FC236}">
                <a16:creationId xmlns:a16="http://schemas.microsoft.com/office/drawing/2014/main" id="{8066B074-D248-4836-9983-4BD201CB1E5B}"/>
              </a:ext>
            </a:extLst>
          </p:cNvPr>
          <p:cNvSpPr>
            <a:spLocks xmlns:a="http://schemas.openxmlformats.org/drawingml/2006/main" noGrp="1"/>
          </p:cNvSpPr>
          <p:nvPr/>
        </p:nvSpPr>
        <p:spPr>
          <a:xfrm xmlns:a="http://schemas.openxmlformats.org/drawingml/2006/main">
            <a:off x="819150" y="2171700"/>
            <a:ext cx="371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reproducible project demonstration</a:t>
            </a:r>
          </a:p>
        </p:txBody>
      </p:sp>
      <p:sp>
        <p:nvSpPr>
          <p:cNvPr id="7" name="">
            <a:extLst xmlns:a="http://schemas.openxmlformats.org/drawingml/2006/main">
              <a:ext uri="{FF2B5EF4-FFF2-40B4-BE49-F238E27FC236}">
                <a16:creationId xmlns:a16="http://schemas.microsoft.com/office/drawing/2014/main" id="{8D21E23E-8448-4904-A38C-4D2306888D90}"/>
              </a:ext>
            </a:extLst>
          </p:cNvPr>
          <p:cNvSpPr>
            <a:spLocks xmlns:a="http://schemas.openxmlformats.org/drawingml/2006/main" noGrp="1"/>
          </p:cNvSpPr>
          <p:nvPr/>
        </p:nvSpPr>
        <p:spPr>
          <a:xfrm xmlns:a="http://schemas.openxmlformats.org/drawingml/2006/main">
            <a:off x="80010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5344D"/>
                </a:solidFill>
                <a:latin typeface="Arial"/>
                <a:ea typeface="Arial"/>
                <a:cs typeface="Arial"/>
              </a:defRPr>
            </a:defPPr>
            <a:lvl1pPr algn="l">
              <a:defRPr sz="1350" b="1">
                <a:solidFill>
                  <a:srgbClr val="15344D"/>
                </a:solidFill>
                <a:latin typeface="Arial"/>
                <a:ea typeface="Arial"/>
                <a:cs typeface="Arial"/>
              </a:defRPr>
            </a:lvl1pPr>
            <a:lvl2pPr algn="l">
              <a:defRPr sz="1350" b="1">
                <a:solidFill>
                  <a:srgbClr val="15344D"/>
                </a:solidFill>
                <a:latin typeface="Arial"/>
                <a:ea typeface="Arial"/>
                <a:cs typeface="Arial"/>
              </a:defRPr>
            </a:lvl2pPr>
            <a:lvl3pPr algn="l">
              <a:defRPr sz="1350" b="1">
                <a:solidFill>
                  <a:srgbClr val="15344D"/>
                </a:solidFill>
                <a:latin typeface="Arial"/>
                <a:ea typeface="Arial"/>
                <a:cs typeface="Arial"/>
              </a:defRPr>
            </a:lvl3pPr>
            <a:lvl4pPr algn="l">
              <a:defRPr sz="1350" b="1">
                <a:solidFill>
                  <a:srgbClr val="15344D"/>
                </a:solidFill>
                <a:latin typeface="Arial"/>
                <a:ea typeface="Arial"/>
                <a:cs typeface="Arial"/>
              </a:defRPr>
            </a:lvl4pPr>
            <a:lvl5pPr algn="l">
              <a:defRPr sz="1350" b="1">
                <a:solidFill>
                  <a:srgbClr val="15344D"/>
                </a:solidFill>
                <a:latin typeface="Arial"/>
                <a:ea typeface="Arial"/>
                <a:cs typeface="Arial"/>
              </a:defRPr>
            </a:lvl5pPr>
            <a:lvl6pPr algn="l">
              <a:defRPr sz="1350" b="1">
                <a:solidFill>
                  <a:srgbClr val="15344D"/>
                </a:solidFill>
                <a:latin typeface="Arial"/>
                <a:ea typeface="Arial"/>
                <a:cs typeface="Arial"/>
              </a:defRPr>
            </a:lvl6pPr>
            <a:lvl7pPr algn="l">
              <a:defRPr sz="1350" b="1">
                <a:solidFill>
                  <a:srgbClr val="15344D"/>
                </a:solidFill>
                <a:latin typeface="Arial"/>
                <a:ea typeface="Arial"/>
                <a:cs typeface="Arial"/>
              </a:defRPr>
            </a:lvl7pPr>
            <a:lvl8pPr algn="l">
              <a:defRPr sz="1350" b="1">
                <a:solidFill>
                  <a:srgbClr val="15344D"/>
                </a:solidFill>
                <a:latin typeface="Arial"/>
                <a:ea typeface="Arial"/>
                <a:cs typeface="Arial"/>
              </a:defRPr>
            </a:lvl8pPr>
            <a:lvl9pPr algn="l">
              <a:defRPr sz="1350" b="1">
                <a:solidFill>
                  <a:srgbClr val="15344D"/>
                </a:solidFill>
                <a:latin typeface="Arial"/>
                <a:ea typeface="Arial"/>
                <a:cs typeface="Arial"/>
              </a:defRPr>
            </a:lvl9pPr>
          </a:lstStyle>
          <a:p xmlns:a="http://schemas.openxmlformats.org/drawingml/2006/main">
            <a:pPr algn="l">
              <a:defRPr sz="1350" b="1">
                <a:solidFill>
                  <a:srgbClr val="15344D"/>
                </a:solidFill>
                <a:latin typeface="Arial"/>
                <a:ea typeface="Arial"/>
                <a:cs typeface="Arial"/>
              </a:defRPr>
            </a:pPr>
            <a:r>
              <a:rPr sz="1350" b="1">
                <a:solidFill>
                  <a:srgbClr val="15344D"/>
                </a:solidFill>
                <a:latin typeface="Arial"/>
                <a:ea typeface="Arial"/>
                <a:cs typeface="Arial"/>
              </a:rPr>
              <a:t>Equal-weight review rubric</a:t>
            </a:r>
          </a:p>
        </p:txBody>
      </p:sp>
      <p:sp>
        <p:nvSpPr>
          <p:cNvPr id="8" name="">
            <a:extLst xmlns:a="http://schemas.openxmlformats.org/drawingml/2006/main">
              <a:ext uri="{FF2B5EF4-FFF2-40B4-BE49-F238E27FC236}">
                <a16:creationId xmlns:a16="http://schemas.microsoft.com/office/drawing/2014/main" id="{E85FD9F3-825C-40AD-A9D6-FD495F6CCD47}"/>
              </a:ext>
            </a:extLst>
          </p:cNvPr>
          <p:cNvSpPr>
            <a:spLocks xmlns:a="http://schemas.openxmlformats.org/drawingml/2006/main" noGrp="1"/>
          </p:cNvSpPr>
          <p:nvPr/>
        </p:nvSpPr>
        <p:spPr>
          <a:xfrm xmlns:a="http://schemas.openxmlformats.org/drawingml/2006/main">
            <a:off x="819150" y="3209925"/>
            <a:ext cx="2619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Scope and provenance</a:t>
            </a:r>
          </a:p>
        </p:txBody>
      </p:sp>
      <p:sp>
        <p:nvSpPr>
          <p:cNvPr id="9" name="">
            <a:extLst xmlns:a="http://schemas.openxmlformats.org/drawingml/2006/main">
              <a:ext uri="{FF2B5EF4-FFF2-40B4-BE49-F238E27FC236}">
                <a16:creationId xmlns:a16="http://schemas.microsoft.com/office/drawing/2014/main" id="{27CE8827-503D-4E50-ABF8-DB1397FBE35F}"/>
              </a:ext>
            </a:extLst>
          </p:cNvPr>
          <p:cNvSpPr>
            <a:spLocks xmlns:a="http://schemas.openxmlformats.org/drawingml/2006/main" noGrp="1"/>
          </p:cNvSpPr>
          <p:nvPr/>
        </p:nvSpPr>
        <p:spPr>
          <a:xfrm xmlns:a="http://schemas.openxmlformats.org/drawingml/2006/main">
            <a:off x="3495675" y="3209925"/>
            <a:ext cx="80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8/10</a:t>
            </a:r>
          </a:p>
        </p:txBody>
      </p:sp>
      <p:sp>
        <p:nvSpPr>
          <p:cNvPr id="10" name="">
            <a:extLst xmlns:a="http://schemas.openxmlformats.org/drawingml/2006/main">
              <a:ext uri="{FF2B5EF4-FFF2-40B4-BE49-F238E27FC236}">
                <a16:creationId xmlns:a16="http://schemas.microsoft.com/office/drawing/2014/main" id="{D6FC2F94-4DEF-4B0B-9C51-1217364563A1}"/>
              </a:ext>
            </a:extLst>
          </p:cNvPr>
          <p:cNvSpPr>
            <a:spLocks xmlns:a="http://schemas.openxmlformats.org/drawingml/2006/main" noGrp="1"/>
          </p:cNvSpPr>
          <p:nvPr/>
        </p:nvSpPr>
        <p:spPr>
          <a:xfrm xmlns:a="http://schemas.openxmlformats.org/drawingml/2006/main">
            <a:off x="819150" y="3619500"/>
            <a:ext cx="2619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Reproducibility</a:t>
            </a:r>
          </a:p>
        </p:txBody>
      </p:sp>
      <p:sp>
        <p:nvSpPr>
          <p:cNvPr id="11" name="">
            <a:extLst xmlns:a="http://schemas.openxmlformats.org/drawingml/2006/main">
              <a:ext uri="{FF2B5EF4-FFF2-40B4-BE49-F238E27FC236}">
                <a16:creationId xmlns:a16="http://schemas.microsoft.com/office/drawing/2014/main" id="{8FA1331B-900F-47A0-9279-1F5D2655FC1A}"/>
              </a:ext>
            </a:extLst>
          </p:cNvPr>
          <p:cNvSpPr>
            <a:spLocks xmlns:a="http://schemas.openxmlformats.org/drawingml/2006/main" noGrp="1"/>
          </p:cNvSpPr>
          <p:nvPr/>
        </p:nvSpPr>
        <p:spPr>
          <a:xfrm xmlns:a="http://schemas.openxmlformats.org/drawingml/2006/main">
            <a:off x="3495675" y="3619500"/>
            <a:ext cx="80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8/10</a:t>
            </a:r>
          </a:p>
        </p:txBody>
      </p:sp>
      <p:sp>
        <p:nvSpPr>
          <p:cNvPr id="12" name="">
            <a:extLst xmlns:a="http://schemas.openxmlformats.org/drawingml/2006/main">
              <a:ext uri="{FF2B5EF4-FFF2-40B4-BE49-F238E27FC236}">
                <a16:creationId xmlns:a16="http://schemas.microsoft.com/office/drawing/2014/main" id="{43602AF0-6653-4DB1-8721-F4CD1F1D0627}"/>
              </a:ext>
            </a:extLst>
          </p:cNvPr>
          <p:cNvSpPr>
            <a:spLocks xmlns:a="http://schemas.openxmlformats.org/drawingml/2006/main" noGrp="1"/>
          </p:cNvSpPr>
          <p:nvPr/>
        </p:nvSpPr>
        <p:spPr>
          <a:xfrm xmlns:a="http://schemas.openxmlformats.org/drawingml/2006/main">
            <a:off x="819150" y="4029075"/>
            <a:ext cx="2619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QA and engineering</a:t>
            </a:r>
          </a:p>
        </p:txBody>
      </p:sp>
      <p:sp>
        <p:nvSpPr>
          <p:cNvPr id="13" name="">
            <a:extLst xmlns:a="http://schemas.openxmlformats.org/drawingml/2006/main">
              <a:ext uri="{FF2B5EF4-FFF2-40B4-BE49-F238E27FC236}">
                <a16:creationId xmlns:a16="http://schemas.microsoft.com/office/drawing/2014/main" id="{3CABCCC1-74B3-402D-AB2C-F3077C10DDE8}"/>
              </a:ext>
            </a:extLst>
          </p:cNvPr>
          <p:cNvSpPr>
            <a:spLocks xmlns:a="http://schemas.openxmlformats.org/drawingml/2006/main" noGrp="1"/>
          </p:cNvSpPr>
          <p:nvPr/>
        </p:nvSpPr>
        <p:spPr>
          <a:xfrm xmlns:a="http://schemas.openxmlformats.org/drawingml/2006/main">
            <a:off x="3495675" y="4029075"/>
            <a:ext cx="80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8/10</a:t>
            </a:r>
          </a:p>
        </p:txBody>
      </p:sp>
      <p:sp>
        <p:nvSpPr>
          <p:cNvPr id="14" name="">
            <a:extLst xmlns:a="http://schemas.openxmlformats.org/drawingml/2006/main">
              <a:ext uri="{FF2B5EF4-FFF2-40B4-BE49-F238E27FC236}">
                <a16:creationId xmlns:a16="http://schemas.microsoft.com/office/drawing/2014/main" id="{8A5A30F3-6F12-4C1F-99CE-487C71DCE947}"/>
              </a:ext>
            </a:extLst>
          </p:cNvPr>
          <p:cNvSpPr>
            <a:spLocks xmlns:a="http://schemas.openxmlformats.org/drawingml/2006/main" noGrp="1"/>
          </p:cNvSpPr>
          <p:nvPr/>
        </p:nvSpPr>
        <p:spPr>
          <a:xfrm xmlns:a="http://schemas.openxmlformats.org/drawingml/2006/main">
            <a:off x="819150" y="4438650"/>
            <a:ext cx="2619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Presentation</a:t>
            </a:r>
          </a:p>
        </p:txBody>
      </p:sp>
      <p:sp>
        <p:nvSpPr>
          <p:cNvPr id="15" name="">
            <a:extLst xmlns:a="http://schemas.openxmlformats.org/drawingml/2006/main">
              <a:ext uri="{FF2B5EF4-FFF2-40B4-BE49-F238E27FC236}">
                <a16:creationId xmlns:a16="http://schemas.microsoft.com/office/drawing/2014/main" id="{71ED976E-6F10-4C56-B31C-4C6977A80B0F}"/>
              </a:ext>
            </a:extLst>
          </p:cNvPr>
          <p:cNvSpPr>
            <a:spLocks xmlns:a="http://schemas.openxmlformats.org/drawingml/2006/main" noGrp="1"/>
          </p:cNvSpPr>
          <p:nvPr/>
        </p:nvSpPr>
        <p:spPr>
          <a:xfrm xmlns:a="http://schemas.openxmlformats.org/drawingml/2006/main">
            <a:off x="3495675" y="4438650"/>
            <a:ext cx="80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0836E"/>
                </a:solidFill>
                <a:latin typeface="Arial"/>
                <a:ea typeface="Arial"/>
                <a:cs typeface="Arial"/>
              </a:defRPr>
            </a:defPPr>
            <a:lvl1pPr algn="l">
              <a:defRPr sz="1200" b="1">
                <a:solidFill>
                  <a:srgbClr val="00836E"/>
                </a:solidFill>
                <a:latin typeface="Arial"/>
                <a:ea typeface="Arial"/>
                <a:cs typeface="Arial"/>
              </a:defRPr>
            </a:lvl1pPr>
            <a:lvl2pPr algn="l">
              <a:defRPr sz="1200" b="1">
                <a:solidFill>
                  <a:srgbClr val="00836E"/>
                </a:solidFill>
                <a:latin typeface="Arial"/>
                <a:ea typeface="Arial"/>
                <a:cs typeface="Arial"/>
              </a:defRPr>
            </a:lvl2pPr>
            <a:lvl3pPr algn="l">
              <a:defRPr sz="1200" b="1">
                <a:solidFill>
                  <a:srgbClr val="00836E"/>
                </a:solidFill>
                <a:latin typeface="Arial"/>
                <a:ea typeface="Arial"/>
                <a:cs typeface="Arial"/>
              </a:defRPr>
            </a:lvl3pPr>
            <a:lvl4pPr algn="l">
              <a:defRPr sz="1200" b="1">
                <a:solidFill>
                  <a:srgbClr val="00836E"/>
                </a:solidFill>
                <a:latin typeface="Arial"/>
                <a:ea typeface="Arial"/>
                <a:cs typeface="Arial"/>
              </a:defRPr>
            </a:lvl4pPr>
            <a:lvl5pPr algn="l">
              <a:defRPr sz="1200" b="1">
                <a:solidFill>
                  <a:srgbClr val="00836E"/>
                </a:solidFill>
                <a:latin typeface="Arial"/>
                <a:ea typeface="Arial"/>
                <a:cs typeface="Arial"/>
              </a:defRPr>
            </a:lvl5pPr>
            <a:lvl6pPr algn="l">
              <a:defRPr sz="1200" b="1">
                <a:solidFill>
                  <a:srgbClr val="00836E"/>
                </a:solidFill>
                <a:latin typeface="Arial"/>
                <a:ea typeface="Arial"/>
                <a:cs typeface="Arial"/>
              </a:defRPr>
            </a:lvl6pPr>
            <a:lvl7pPr algn="l">
              <a:defRPr sz="1200" b="1">
                <a:solidFill>
                  <a:srgbClr val="00836E"/>
                </a:solidFill>
                <a:latin typeface="Arial"/>
                <a:ea typeface="Arial"/>
                <a:cs typeface="Arial"/>
              </a:defRPr>
            </a:lvl7pPr>
            <a:lvl8pPr algn="l">
              <a:defRPr sz="1200" b="1">
                <a:solidFill>
                  <a:srgbClr val="00836E"/>
                </a:solidFill>
                <a:latin typeface="Arial"/>
                <a:ea typeface="Arial"/>
                <a:cs typeface="Arial"/>
              </a:defRPr>
            </a:lvl8pPr>
            <a:lvl9pPr algn="l">
              <a:defRPr sz="1200" b="1">
                <a:solidFill>
                  <a:srgbClr val="00836E"/>
                </a:solidFill>
                <a:latin typeface="Arial"/>
                <a:ea typeface="Arial"/>
                <a:cs typeface="Arial"/>
              </a:defRPr>
            </a:lvl9pPr>
          </a:lstStyle>
          <a:p xmlns:a="http://schemas.openxmlformats.org/drawingml/2006/main">
            <a:pPr algn="l">
              <a:defRPr sz="1200" b="1">
                <a:solidFill>
                  <a:srgbClr val="00836E"/>
                </a:solidFill>
                <a:latin typeface="Arial"/>
                <a:ea typeface="Arial"/>
                <a:cs typeface="Arial"/>
              </a:defRPr>
            </a:pPr>
            <a:r>
              <a:rPr sz="1200" b="1">
                <a:solidFill>
                  <a:srgbClr val="00836E"/>
                </a:solidFill>
                <a:latin typeface="Arial"/>
                <a:ea typeface="Arial"/>
                <a:cs typeface="Arial"/>
              </a:rPr>
              <a:t>9/10</a:t>
            </a:r>
          </a:p>
        </p:txBody>
      </p:sp>
      <p:sp>
        <p:nvSpPr>
          <p:cNvPr id="16" name="">
            <a:extLst xmlns:a="http://schemas.openxmlformats.org/drawingml/2006/main">
              <a:ext uri="{FF2B5EF4-FFF2-40B4-BE49-F238E27FC236}">
                <a16:creationId xmlns:a16="http://schemas.microsoft.com/office/drawing/2014/main" id="{B60F46DA-1A4C-48C6-8D81-6F5297C24336}"/>
              </a:ext>
            </a:extLst>
          </p:cNvPr>
          <p:cNvSpPr>
            <a:spLocks xmlns:a="http://schemas.openxmlformats.org/drawingml/2006/main" noGrp="1"/>
          </p:cNvSpPr>
          <p:nvPr/>
        </p:nvSpPr>
        <p:spPr>
          <a:xfrm xmlns:a="http://schemas.openxmlformats.org/drawingml/2006/main">
            <a:off x="819150" y="4848225"/>
            <a:ext cx="2619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B2B36"/>
                </a:solidFill>
                <a:latin typeface="Arial"/>
                <a:ea typeface="Arial"/>
                <a:cs typeface="Arial"/>
              </a:defRPr>
            </a:defPPr>
            <a:lvl1pPr algn="l">
              <a:defRPr sz="1200" b="0">
                <a:solidFill>
                  <a:srgbClr val="1B2B36"/>
                </a:solidFill>
                <a:latin typeface="Arial"/>
                <a:ea typeface="Arial"/>
                <a:cs typeface="Arial"/>
              </a:defRPr>
            </a:lvl1pPr>
            <a:lvl2pPr algn="l">
              <a:defRPr sz="1200" b="0">
                <a:solidFill>
                  <a:srgbClr val="1B2B36"/>
                </a:solidFill>
                <a:latin typeface="Arial"/>
                <a:ea typeface="Arial"/>
                <a:cs typeface="Arial"/>
              </a:defRPr>
            </a:lvl2pPr>
            <a:lvl3pPr algn="l">
              <a:defRPr sz="1200" b="0">
                <a:solidFill>
                  <a:srgbClr val="1B2B36"/>
                </a:solidFill>
                <a:latin typeface="Arial"/>
                <a:ea typeface="Arial"/>
                <a:cs typeface="Arial"/>
              </a:defRPr>
            </a:lvl3pPr>
            <a:lvl4pPr algn="l">
              <a:defRPr sz="1200" b="0">
                <a:solidFill>
                  <a:srgbClr val="1B2B36"/>
                </a:solidFill>
                <a:latin typeface="Arial"/>
                <a:ea typeface="Arial"/>
                <a:cs typeface="Arial"/>
              </a:defRPr>
            </a:lvl4pPr>
            <a:lvl5pPr algn="l">
              <a:defRPr sz="1200" b="0">
                <a:solidFill>
                  <a:srgbClr val="1B2B36"/>
                </a:solidFill>
                <a:latin typeface="Arial"/>
                <a:ea typeface="Arial"/>
                <a:cs typeface="Arial"/>
              </a:defRPr>
            </a:lvl5pPr>
            <a:lvl6pPr algn="l">
              <a:defRPr sz="1200" b="0">
                <a:solidFill>
                  <a:srgbClr val="1B2B36"/>
                </a:solidFill>
                <a:latin typeface="Arial"/>
                <a:ea typeface="Arial"/>
                <a:cs typeface="Arial"/>
              </a:defRPr>
            </a:lvl6pPr>
            <a:lvl7pPr algn="l">
              <a:defRPr sz="1200" b="0">
                <a:solidFill>
                  <a:srgbClr val="1B2B36"/>
                </a:solidFill>
                <a:latin typeface="Arial"/>
                <a:ea typeface="Arial"/>
                <a:cs typeface="Arial"/>
              </a:defRPr>
            </a:lvl7pPr>
            <a:lvl8pPr algn="l">
              <a:defRPr sz="1200" b="0">
                <a:solidFill>
                  <a:srgbClr val="1B2B36"/>
                </a:solidFill>
                <a:latin typeface="Arial"/>
                <a:ea typeface="Arial"/>
                <a:cs typeface="Arial"/>
              </a:defRPr>
            </a:lvl8pPr>
            <a:lvl9pPr algn="l">
              <a:defRPr sz="1200" b="0">
                <a:solidFill>
                  <a:srgbClr val="1B2B36"/>
                </a:solidFill>
                <a:latin typeface="Arial"/>
                <a:ea typeface="Arial"/>
                <a:cs typeface="Arial"/>
              </a:defRPr>
            </a:lvl9pPr>
          </a:lstStyle>
          <a:p xmlns:a="http://schemas.openxmlformats.org/drawingml/2006/main">
            <a:pPr algn="l">
              <a:defRPr sz="1200" b="0">
                <a:solidFill>
                  <a:srgbClr val="1B2B36"/>
                </a:solidFill>
                <a:latin typeface="Arial"/>
                <a:ea typeface="Arial"/>
                <a:cs typeface="Arial"/>
              </a:defRPr>
            </a:pPr>
            <a:r>
              <a:rPr sz="1200" b="0">
                <a:solidFill>
                  <a:srgbClr val="1B2B36"/>
                </a:solidFill>
                <a:latin typeface="Arial"/>
                <a:ea typeface="Arial"/>
                <a:cs typeface="Arial"/>
              </a:rPr>
              <a:t>Local accuracy evidence</a:t>
            </a:r>
          </a:p>
        </p:txBody>
      </p:sp>
      <p:sp>
        <p:nvSpPr>
          <p:cNvPr id="17" name="">
            <a:extLst xmlns:a="http://schemas.openxmlformats.org/drawingml/2006/main">
              <a:ext uri="{FF2B5EF4-FFF2-40B4-BE49-F238E27FC236}">
                <a16:creationId xmlns:a16="http://schemas.microsoft.com/office/drawing/2014/main" id="{EE9CA8D1-7637-4EFD-A1F0-6E82497A0C21}"/>
              </a:ext>
            </a:extLst>
          </p:cNvPr>
          <p:cNvSpPr>
            <a:spLocks xmlns:a="http://schemas.openxmlformats.org/drawingml/2006/main" noGrp="1"/>
          </p:cNvSpPr>
          <p:nvPr/>
        </p:nvSpPr>
        <p:spPr>
          <a:xfrm xmlns:a="http://schemas.openxmlformats.org/drawingml/2006/main">
            <a:off x="3495675" y="4848225"/>
            <a:ext cx="809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9D4A3A"/>
                </a:solidFill>
                <a:latin typeface="Arial"/>
                <a:ea typeface="Arial"/>
                <a:cs typeface="Arial"/>
              </a:defRPr>
            </a:defPPr>
            <a:lvl1pPr algn="l">
              <a:defRPr sz="1200" b="1">
                <a:solidFill>
                  <a:srgbClr val="9D4A3A"/>
                </a:solidFill>
                <a:latin typeface="Arial"/>
                <a:ea typeface="Arial"/>
                <a:cs typeface="Arial"/>
              </a:defRPr>
            </a:lvl1pPr>
            <a:lvl2pPr algn="l">
              <a:defRPr sz="1200" b="1">
                <a:solidFill>
                  <a:srgbClr val="9D4A3A"/>
                </a:solidFill>
                <a:latin typeface="Arial"/>
                <a:ea typeface="Arial"/>
                <a:cs typeface="Arial"/>
              </a:defRPr>
            </a:lvl2pPr>
            <a:lvl3pPr algn="l">
              <a:defRPr sz="1200" b="1">
                <a:solidFill>
                  <a:srgbClr val="9D4A3A"/>
                </a:solidFill>
                <a:latin typeface="Arial"/>
                <a:ea typeface="Arial"/>
                <a:cs typeface="Arial"/>
              </a:defRPr>
            </a:lvl3pPr>
            <a:lvl4pPr algn="l">
              <a:defRPr sz="1200" b="1">
                <a:solidFill>
                  <a:srgbClr val="9D4A3A"/>
                </a:solidFill>
                <a:latin typeface="Arial"/>
                <a:ea typeface="Arial"/>
                <a:cs typeface="Arial"/>
              </a:defRPr>
            </a:lvl4pPr>
            <a:lvl5pPr algn="l">
              <a:defRPr sz="1200" b="1">
                <a:solidFill>
                  <a:srgbClr val="9D4A3A"/>
                </a:solidFill>
                <a:latin typeface="Arial"/>
                <a:ea typeface="Arial"/>
                <a:cs typeface="Arial"/>
              </a:defRPr>
            </a:lvl5pPr>
            <a:lvl6pPr algn="l">
              <a:defRPr sz="1200" b="1">
                <a:solidFill>
                  <a:srgbClr val="9D4A3A"/>
                </a:solidFill>
                <a:latin typeface="Arial"/>
                <a:ea typeface="Arial"/>
                <a:cs typeface="Arial"/>
              </a:defRPr>
            </a:lvl6pPr>
            <a:lvl7pPr algn="l">
              <a:defRPr sz="1200" b="1">
                <a:solidFill>
                  <a:srgbClr val="9D4A3A"/>
                </a:solidFill>
                <a:latin typeface="Arial"/>
                <a:ea typeface="Arial"/>
                <a:cs typeface="Arial"/>
              </a:defRPr>
            </a:lvl7pPr>
            <a:lvl8pPr algn="l">
              <a:defRPr sz="1200" b="1">
                <a:solidFill>
                  <a:srgbClr val="9D4A3A"/>
                </a:solidFill>
                <a:latin typeface="Arial"/>
                <a:ea typeface="Arial"/>
                <a:cs typeface="Arial"/>
              </a:defRPr>
            </a:lvl8pPr>
            <a:lvl9pPr algn="l">
              <a:defRPr sz="1200" b="1">
                <a:solidFill>
                  <a:srgbClr val="9D4A3A"/>
                </a:solidFill>
                <a:latin typeface="Arial"/>
                <a:ea typeface="Arial"/>
                <a:cs typeface="Arial"/>
              </a:defRPr>
            </a:lvl9pPr>
          </a:lstStyle>
          <a:p xmlns:a="http://schemas.openxmlformats.org/drawingml/2006/main">
            <a:pPr algn="l">
              <a:defRPr sz="1200" b="1">
                <a:solidFill>
                  <a:srgbClr val="9D4A3A"/>
                </a:solidFill>
                <a:latin typeface="Arial"/>
                <a:ea typeface="Arial"/>
                <a:cs typeface="Arial"/>
              </a:defRPr>
            </a:pPr>
            <a:r>
              <a:rPr sz="1200" b="1">
                <a:solidFill>
                  <a:srgbClr val="9D4A3A"/>
                </a:solidFill>
                <a:latin typeface="Arial"/>
                <a:ea typeface="Arial"/>
                <a:cs typeface="Arial"/>
              </a:rPr>
              <a:t>2/10</a:t>
            </a:r>
          </a:p>
        </p:txBody>
      </p:sp>
      <p:sp>
        <p:nvSpPr>
          <p:cNvPr id="18" name="">
            <a:extLst xmlns:a="http://schemas.openxmlformats.org/drawingml/2006/main">
              <a:ext uri="{FF2B5EF4-FFF2-40B4-BE49-F238E27FC236}">
                <a16:creationId xmlns:a16="http://schemas.microsoft.com/office/drawing/2014/main" id="{2B2397CC-0AF5-4685-A15B-3783AED3F9AD}"/>
              </a:ext>
            </a:extLst>
          </p:cNvPr>
          <p:cNvSpPr>
            <a:spLocks xmlns:a="http://schemas.openxmlformats.org/drawingml/2006/main" noGrp="1"/>
          </p:cNvSpPr>
          <p:nvPr/>
        </p:nvSpPr>
        <p:spPr>
          <a:xfrm xmlns:a="http://schemas.openxmlformats.org/drawingml/2006/main">
            <a:off x="4972050" y="1438275"/>
            <a:ext cx="28575" cy="4362450"/>
          </a:xfrm>
          <a:prstGeom xmlns:a="http://schemas.openxmlformats.org/drawingml/2006/main" prst="rect">
            <a:avLst/>
          </a:prstGeom>
          <a:solidFill xmlns:a="http://schemas.openxmlformats.org/drawingml/2006/main">
            <a:srgbClr val="D7E0E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5A21E3F-DD9C-4B99-B222-97D5D38BCFF1}"/>
              </a:ext>
            </a:extLst>
          </p:cNvPr>
          <p:cNvSpPr>
            <a:spLocks xmlns:a="http://schemas.openxmlformats.org/drawingml/2006/main" noGrp="1"/>
          </p:cNvSpPr>
          <p:nvPr/>
        </p:nvSpPr>
        <p:spPr>
          <a:xfrm xmlns:a="http://schemas.openxmlformats.org/drawingml/2006/main">
            <a:off x="5324475" y="1514475"/>
            <a:ext cx="573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44D"/>
                </a:solidFill>
                <a:latin typeface="Arial"/>
                <a:ea typeface="Arial"/>
                <a:cs typeface="Arial"/>
              </a:defRPr>
            </a:defPPr>
            <a:lvl1pPr algn="l">
              <a:defRPr sz="1575" b="1">
                <a:solidFill>
                  <a:srgbClr val="15344D"/>
                </a:solidFill>
                <a:latin typeface="Arial"/>
                <a:ea typeface="Arial"/>
                <a:cs typeface="Arial"/>
              </a:defRPr>
            </a:lvl1pPr>
            <a:lvl2pPr algn="l">
              <a:defRPr sz="1575" b="1">
                <a:solidFill>
                  <a:srgbClr val="15344D"/>
                </a:solidFill>
                <a:latin typeface="Arial"/>
                <a:ea typeface="Arial"/>
                <a:cs typeface="Arial"/>
              </a:defRPr>
            </a:lvl2pPr>
            <a:lvl3pPr algn="l">
              <a:defRPr sz="1575" b="1">
                <a:solidFill>
                  <a:srgbClr val="15344D"/>
                </a:solidFill>
                <a:latin typeface="Arial"/>
                <a:ea typeface="Arial"/>
                <a:cs typeface="Arial"/>
              </a:defRPr>
            </a:lvl3pPr>
            <a:lvl4pPr algn="l">
              <a:defRPr sz="1575" b="1">
                <a:solidFill>
                  <a:srgbClr val="15344D"/>
                </a:solidFill>
                <a:latin typeface="Arial"/>
                <a:ea typeface="Arial"/>
                <a:cs typeface="Arial"/>
              </a:defRPr>
            </a:lvl4pPr>
            <a:lvl5pPr algn="l">
              <a:defRPr sz="1575" b="1">
                <a:solidFill>
                  <a:srgbClr val="15344D"/>
                </a:solidFill>
                <a:latin typeface="Arial"/>
                <a:ea typeface="Arial"/>
                <a:cs typeface="Arial"/>
              </a:defRPr>
            </a:lvl5pPr>
            <a:lvl6pPr algn="l">
              <a:defRPr sz="1575" b="1">
                <a:solidFill>
                  <a:srgbClr val="15344D"/>
                </a:solidFill>
                <a:latin typeface="Arial"/>
                <a:ea typeface="Arial"/>
                <a:cs typeface="Arial"/>
              </a:defRPr>
            </a:lvl6pPr>
            <a:lvl7pPr algn="l">
              <a:defRPr sz="1575" b="1">
                <a:solidFill>
                  <a:srgbClr val="15344D"/>
                </a:solidFill>
                <a:latin typeface="Arial"/>
                <a:ea typeface="Arial"/>
                <a:cs typeface="Arial"/>
              </a:defRPr>
            </a:lvl7pPr>
            <a:lvl8pPr algn="l">
              <a:defRPr sz="1575" b="1">
                <a:solidFill>
                  <a:srgbClr val="15344D"/>
                </a:solidFill>
                <a:latin typeface="Arial"/>
                <a:ea typeface="Arial"/>
                <a:cs typeface="Arial"/>
              </a:defRPr>
            </a:lvl8pPr>
            <a:lvl9pPr algn="l">
              <a:defRPr sz="1575" b="1">
                <a:solidFill>
                  <a:srgbClr val="15344D"/>
                </a:solidFill>
                <a:latin typeface="Arial"/>
                <a:ea typeface="Arial"/>
                <a:cs typeface="Arial"/>
              </a:defRPr>
            </a:lvl9pPr>
          </a:lstStyle>
          <a:p xmlns:a="http://schemas.openxmlformats.org/drawingml/2006/main">
            <a:pPr algn="l">
              <a:defRPr sz="1575" b="1">
                <a:solidFill>
                  <a:srgbClr val="15344D"/>
                </a:solidFill>
                <a:latin typeface="Arial"/>
                <a:ea typeface="Arial"/>
                <a:cs typeface="Arial"/>
              </a:defRPr>
            </a:pPr>
            <a:r>
              <a:rPr sz="1575" b="1">
                <a:solidFill>
                  <a:srgbClr val="15344D"/>
                </a:solidFill>
                <a:latin typeface="Arial"/>
                <a:ea typeface="Arial"/>
                <a:cs typeface="Arial"/>
              </a:rPr>
              <a:t>Highest-value next steps</a:t>
            </a:r>
          </a:p>
        </p:txBody>
      </p:sp>
      <p:sp>
        <p:nvSpPr>
          <p:cNvPr id="20" name="">
            <a:extLst xmlns:a="http://schemas.openxmlformats.org/drawingml/2006/main">
              <a:ext uri="{FF2B5EF4-FFF2-40B4-BE49-F238E27FC236}">
                <a16:creationId xmlns:a16="http://schemas.microsoft.com/office/drawing/2014/main" id="{F37AE754-21ED-447C-8287-7500E005FD60}"/>
              </a:ext>
            </a:extLst>
          </p:cNvPr>
          <p:cNvSpPr>
            <a:spLocks xmlns:a="http://schemas.openxmlformats.org/drawingml/2006/main" noGrp="1"/>
          </p:cNvSpPr>
          <p:nvPr/>
        </p:nvSpPr>
        <p:spPr>
          <a:xfrm xmlns:a="http://schemas.openxmlformats.org/drawingml/2006/main">
            <a:off x="5353050" y="20383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1  Add the matching boundary file and rerun exact containment.</a:t>
            </a:r>
          </a:p>
        </p:txBody>
      </p:sp>
      <p:sp>
        <p:nvSpPr>
          <p:cNvPr id="21" name="">
            <a:extLst xmlns:a="http://schemas.openxmlformats.org/drawingml/2006/main">
              <a:ext uri="{FF2B5EF4-FFF2-40B4-BE49-F238E27FC236}">
                <a16:creationId xmlns:a16="http://schemas.microsoft.com/office/drawing/2014/main" id="{142CA844-135B-409A-97C2-353D53973DDD}"/>
              </a:ext>
            </a:extLst>
          </p:cNvPr>
          <p:cNvSpPr>
            <a:spLocks xmlns:a="http://schemas.openxmlformats.org/drawingml/2006/main" noGrp="1"/>
          </p:cNvSpPr>
          <p:nvPr/>
        </p:nvSpPr>
        <p:spPr>
          <a:xfrm xmlns:a="http://schemas.openxmlformats.org/drawingml/2006/main">
            <a:off x="5353050" y="2724150"/>
            <a:ext cx="571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2  Compare a documented sample with recent independent reference data.</a:t>
            </a:r>
          </a:p>
        </p:txBody>
      </p:sp>
      <p:sp>
        <p:nvSpPr>
          <p:cNvPr id="22" name="">
            <a:extLst xmlns:a="http://schemas.openxmlformats.org/drawingml/2006/main">
              <a:ext uri="{FF2B5EF4-FFF2-40B4-BE49-F238E27FC236}">
                <a16:creationId xmlns:a16="http://schemas.microsoft.com/office/drawing/2014/main" id="{B265DF0D-71C8-4274-BBE9-0F22E50ADDE6}"/>
              </a:ext>
            </a:extLst>
          </p:cNvPr>
          <p:cNvSpPr>
            <a:spLocks xmlns:a="http://schemas.openxmlformats.org/drawingml/2006/main" noGrp="1"/>
          </p:cNvSpPr>
          <p:nvPr/>
        </p:nvSpPr>
        <p:spPr>
          <a:xfrm xmlns:a="http://schemas.openxmlformats.org/drawingml/2006/main">
            <a:off x="5353050" y="3495675"/>
            <a:ext cx="571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B2B36"/>
                </a:solidFill>
                <a:latin typeface="Arial"/>
                <a:ea typeface="Arial"/>
                <a:cs typeface="Arial"/>
              </a:defRPr>
            </a:defPPr>
            <a:lvl1pPr algn="l">
              <a:defRPr sz="1350" b="0">
                <a:solidFill>
                  <a:srgbClr val="1B2B36"/>
                </a:solidFill>
                <a:latin typeface="Arial"/>
                <a:ea typeface="Arial"/>
                <a:cs typeface="Arial"/>
              </a:defRPr>
            </a:lvl1pPr>
            <a:lvl2pPr algn="l">
              <a:defRPr sz="1350" b="0">
                <a:solidFill>
                  <a:srgbClr val="1B2B36"/>
                </a:solidFill>
                <a:latin typeface="Arial"/>
                <a:ea typeface="Arial"/>
                <a:cs typeface="Arial"/>
              </a:defRPr>
            </a:lvl2pPr>
            <a:lvl3pPr algn="l">
              <a:defRPr sz="1350" b="0">
                <a:solidFill>
                  <a:srgbClr val="1B2B36"/>
                </a:solidFill>
                <a:latin typeface="Arial"/>
                <a:ea typeface="Arial"/>
                <a:cs typeface="Arial"/>
              </a:defRPr>
            </a:lvl3pPr>
            <a:lvl4pPr algn="l">
              <a:defRPr sz="1350" b="0">
                <a:solidFill>
                  <a:srgbClr val="1B2B36"/>
                </a:solidFill>
                <a:latin typeface="Arial"/>
                <a:ea typeface="Arial"/>
                <a:cs typeface="Arial"/>
              </a:defRPr>
            </a:lvl4pPr>
            <a:lvl5pPr algn="l">
              <a:defRPr sz="1350" b="0">
                <a:solidFill>
                  <a:srgbClr val="1B2B36"/>
                </a:solidFill>
                <a:latin typeface="Arial"/>
                <a:ea typeface="Arial"/>
                <a:cs typeface="Arial"/>
              </a:defRPr>
            </a:lvl5pPr>
            <a:lvl6pPr algn="l">
              <a:defRPr sz="1350" b="0">
                <a:solidFill>
                  <a:srgbClr val="1B2B36"/>
                </a:solidFill>
                <a:latin typeface="Arial"/>
                <a:ea typeface="Arial"/>
                <a:cs typeface="Arial"/>
              </a:defRPr>
            </a:lvl6pPr>
            <a:lvl7pPr algn="l">
              <a:defRPr sz="1350" b="0">
                <a:solidFill>
                  <a:srgbClr val="1B2B36"/>
                </a:solidFill>
                <a:latin typeface="Arial"/>
                <a:ea typeface="Arial"/>
                <a:cs typeface="Arial"/>
              </a:defRPr>
            </a:lvl7pPr>
            <a:lvl8pPr algn="l">
              <a:defRPr sz="1350" b="0">
                <a:solidFill>
                  <a:srgbClr val="1B2B36"/>
                </a:solidFill>
                <a:latin typeface="Arial"/>
                <a:ea typeface="Arial"/>
                <a:cs typeface="Arial"/>
              </a:defRPr>
            </a:lvl8pPr>
            <a:lvl9pPr algn="l">
              <a:defRPr sz="1350" b="0">
                <a:solidFill>
                  <a:srgbClr val="1B2B36"/>
                </a:solidFill>
                <a:latin typeface="Arial"/>
                <a:ea typeface="Arial"/>
                <a:cs typeface="Arial"/>
              </a:defRPr>
            </a:lvl9pPr>
          </a:lstStyle>
          <a:p xmlns:a="http://schemas.openxmlformats.org/drawingml/2006/main">
            <a:pPr algn="l">
              <a:defRPr sz="1350" b="0">
                <a:solidFill>
                  <a:srgbClr val="1B2B36"/>
                </a:solidFill>
                <a:latin typeface="Arial"/>
                <a:ea typeface="Arial"/>
                <a:cs typeface="Arial"/>
              </a:defRPr>
            </a:pPr>
            <a:r>
              <a:rPr sz="1350" b="0">
                <a:solidFill>
                  <a:srgbClr val="1B2B36"/>
                </a:solidFill>
                <a:latin typeface="Arial"/>
                <a:ea typeface="Arial"/>
                <a:cs typeface="Arial"/>
              </a:rPr>
              <a:t>3  Report precision, recall, omission and commission errors with uncertainty.</a:t>
            </a:r>
          </a:p>
        </p:txBody>
      </p:sp>
      <p:sp>
        <p:nvSpPr>
          <p:cNvPr id="23" name="">
            <a:extLst xmlns:a="http://schemas.openxmlformats.org/drawingml/2006/main">
              <a:ext uri="{FF2B5EF4-FFF2-40B4-BE49-F238E27FC236}">
                <a16:creationId xmlns:a16="http://schemas.microsoft.com/office/drawing/2014/main" id="{E1726DE4-B601-4DB4-AD4E-6963CF1936DD}"/>
              </a:ext>
            </a:extLst>
          </p:cNvPr>
          <p:cNvSpPr>
            <a:spLocks xmlns:a="http://schemas.openxmlformats.org/drawingml/2006/main" noGrp="1"/>
          </p:cNvSpPr>
          <p:nvPr/>
        </p:nvSpPr>
        <p:spPr>
          <a:xfrm xmlns:a="http://schemas.openxmlformats.org/drawingml/2006/main">
            <a:off x="5334000" y="4524375"/>
            <a:ext cx="5734050" cy="990600"/>
          </a:xfrm>
          <a:prstGeom xmlns:a="http://schemas.openxmlformats.org/drawingml/2006/main" prst="rect">
            <a:avLst/>
          </a:prstGeom>
          <a:solidFill xmlns:a="http://schemas.openxmlformats.org/drawingml/2006/main">
            <a:srgbClr val="E8F1E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2E8415F-67C8-486F-A4A2-670625655089}"/>
              </a:ext>
            </a:extLst>
          </p:cNvPr>
          <p:cNvSpPr>
            <a:spLocks xmlns:a="http://schemas.openxmlformats.org/drawingml/2006/main" noGrp="1"/>
          </p:cNvSpPr>
          <p:nvPr/>
        </p:nvSpPr>
        <p:spPr>
          <a:xfrm xmlns:a="http://schemas.openxmlformats.org/drawingml/2006/main">
            <a:off x="5524500" y="4657725"/>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0836E"/>
                </a:solidFill>
                <a:latin typeface="Arial"/>
                <a:ea typeface="Arial"/>
                <a:cs typeface="Arial"/>
              </a:defRPr>
            </a:defPPr>
            <a:lvl1pPr algn="l">
              <a:defRPr sz="1275" b="1">
                <a:solidFill>
                  <a:srgbClr val="00836E"/>
                </a:solidFill>
                <a:latin typeface="Arial"/>
                <a:ea typeface="Arial"/>
                <a:cs typeface="Arial"/>
              </a:defRPr>
            </a:lvl1pPr>
            <a:lvl2pPr algn="l">
              <a:defRPr sz="1275" b="1">
                <a:solidFill>
                  <a:srgbClr val="00836E"/>
                </a:solidFill>
                <a:latin typeface="Arial"/>
                <a:ea typeface="Arial"/>
                <a:cs typeface="Arial"/>
              </a:defRPr>
            </a:lvl2pPr>
            <a:lvl3pPr algn="l">
              <a:defRPr sz="1275" b="1">
                <a:solidFill>
                  <a:srgbClr val="00836E"/>
                </a:solidFill>
                <a:latin typeface="Arial"/>
                <a:ea typeface="Arial"/>
                <a:cs typeface="Arial"/>
              </a:defRPr>
            </a:lvl3pPr>
            <a:lvl4pPr algn="l">
              <a:defRPr sz="1275" b="1">
                <a:solidFill>
                  <a:srgbClr val="00836E"/>
                </a:solidFill>
                <a:latin typeface="Arial"/>
                <a:ea typeface="Arial"/>
                <a:cs typeface="Arial"/>
              </a:defRPr>
            </a:lvl4pPr>
            <a:lvl5pPr algn="l">
              <a:defRPr sz="1275" b="1">
                <a:solidFill>
                  <a:srgbClr val="00836E"/>
                </a:solidFill>
                <a:latin typeface="Arial"/>
                <a:ea typeface="Arial"/>
                <a:cs typeface="Arial"/>
              </a:defRPr>
            </a:lvl5pPr>
            <a:lvl6pPr algn="l">
              <a:defRPr sz="1275" b="1">
                <a:solidFill>
                  <a:srgbClr val="00836E"/>
                </a:solidFill>
                <a:latin typeface="Arial"/>
                <a:ea typeface="Arial"/>
                <a:cs typeface="Arial"/>
              </a:defRPr>
            </a:lvl6pPr>
            <a:lvl7pPr algn="l">
              <a:defRPr sz="1275" b="1">
                <a:solidFill>
                  <a:srgbClr val="00836E"/>
                </a:solidFill>
                <a:latin typeface="Arial"/>
                <a:ea typeface="Arial"/>
                <a:cs typeface="Arial"/>
              </a:defRPr>
            </a:lvl7pPr>
            <a:lvl8pPr algn="l">
              <a:defRPr sz="1275" b="1">
                <a:solidFill>
                  <a:srgbClr val="00836E"/>
                </a:solidFill>
                <a:latin typeface="Arial"/>
                <a:ea typeface="Arial"/>
                <a:cs typeface="Arial"/>
              </a:defRPr>
            </a:lvl8pPr>
            <a:lvl9pPr algn="l">
              <a:defRPr sz="1275" b="1">
                <a:solidFill>
                  <a:srgbClr val="00836E"/>
                </a:solidFill>
                <a:latin typeface="Arial"/>
                <a:ea typeface="Arial"/>
                <a:cs typeface="Arial"/>
              </a:defRPr>
            </a:lvl9pPr>
          </a:lstStyle>
          <a:p xmlns:a="http://schemas.openxmlformats.org/drawingml/2006/main">
            <a:pPr algn="l">
              <a:defRPr sz="1275" b="1">
                <a:solidFill>
                  <a:srgbClr val="00836E"/>
                </a:solidFill>
                <a:latin typeface="Arial"/>
                <a:ea typeface="Arial"/>
                <a:cs typeface="Arial"/>
              </a:defRPr>
            </a:pPr>
            <a:r>
              <a:rPr sz="1275" b="1">
                <a:solidFill>
                  <a:srgbClr val="00836E"/>
                </a:solidFill>
                <a:latin typeface="Arial"/>
                <a:ea typeface="Arial"/>
                <a:cs typeface="Arial"/>
              </a:rPr>
              <a:t>Research boundary</a:t>
            </a:r>
          </a:p>
        </p:txBody>
      </p:sp>
      <p:sp>
        <p:nvSpPr>
          <p:cNvPr id="25" name="">
            <a:extLst xmlns:a="http://schemas.openxmlformats.org/drawingml/2006/main">
              <a:ext uri="{FF2B5EF4-FFF2-40B4-BE49-F238E27FC236}">
                <a16:creationId xmlns:a16="http://schemas.microsoft.com/office/drawing/2014/main" id="{F190936B-E65C-476D-9D16-8116648E3857}"/>
              </a:ext>
            </a:extLst>
          </p:cNvPr>
          <p:cNvSpPr>
            <a:spLocks xmlns:a="http://schemas.openxmlformats.org/drawingml/2006/main" noGrp="1"/>
          </p:cNvSpPr>
          <p:nvPr/>
        </p:nvSpPr>
        <p:spPr>
          <a:xfrm xmlns:a="http://schemas.openxmlformats.org/drawingml/2006/main">
            <a:off x="5524500" y="4972050"/>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344D"/>
                </a:solidFill>
                <a:latin typeface="Arial"/>
                <a:ea typeface="Arial"/>
                <a:cs typeface="Arial"/>
              </a:defRPr>
            </a:defPPr>
            <a:lvl1pPr algn="l">
              <a:defRPr sz="1275" b="0">
                <a:solidFill>
                  <a:srgbClr val="15344D"/>
                </a:solidFill>
                <a:latin typeface="Arial"/>
                <a:ea typeface="Arial"/>
                <a:cs typeface="Arial"/>
              </a:defRPr>
            </a:lvl1pPr>
            <a:lvl2pPr algn="l">
              <a:defRPr sz="1275" b="0">
                <a:solidFill>
                  <a:srgbClr val="15344D"/>
                </a:solidFill>
                <a:latin typeface="Arial"/>
                <a:ea typeface="Arial"/>
                <a:cs typeface="Arial"/>
              </a:defRPr>
            </a:lvl2pPr>
            <a:lvl3pPr algn="l">
              <a:defRPr sz="1275" b="0">
                <a:solidFill>
                  <a:srgbClr val="15344D"/>
                </a:solidFill>
                <a:latin typeface="Arial"/>
                <a:ea typeface="Arial"/>
                <a:cs typeface="Arial"/>
              </a:defRPr>
            </a:lvl3pPr>
            <a:lvl4pPr algn="l">
              <a:defRPr sz="1275" b="0">
                <a:solidFill>
                  <a:srgbClr val="15344D"/>
                </a:solidFill>
                <a:latin typeface="Arial"/>
                <a:ea typeface="Arial"/>
                <a:cs typeface="Arial"/>
              </a:defRPr>
            </a:lvl4pPr>
            <a:lvl5pPr algn="l">
              <a:defRPr sz="1275" b="0">
                <a:solidFill>
                  <a:srgbClr val="15344D"/>
                </a:solidFill>
                <a:latin typeface="Arial"/>
                <a:ea typeface="Arial"/>
                <a:cs typeface="Arial"/>
              </a:defRPr>
            </a:lvl5pPr>
            <a:lvl6pPr algn="l">
              <a:defRPr sz="1275" b="0">
                <a:solidFill>
                  <a:srgbClr val="15344D"/>
                </a:solidFill>
                <a:latin typeface="Arial"/>
                <a:ea typeface="Arial"/>
                <a:cs typeface="Arial"/>
              </a:defRPr>
            </a:lvl6pPr>
            <a:lvl7pPr algn="l">
              <a:defRPr sz="1275" b="0">
                <a:solidFill>
                  <a:srgbClr val="15344D"/>
                </a:solidFill>
                <a:latin typeface="Arial"/>
                <a:ea typeface="Arial"/>
                <a:cs typeface="Arial"/>
              </a:defRPr>
            </a:lvl7pPr>
            <a:lvl8pPr algn="l">
              <a:defRPr sz="1275" b="0">
                <a:solidFill>
                  <a:srgbClr val="15344D"/>
                </a:solidFill>
                <a:latin typeface="Arial"/>
                <a:ea typeface="Arial"/>
                <a:cs typeface="Arial"/>
              </a:defRPr>
            </a:lvl8pPr>
            <a:lvl9pPr algn="l">
              <a:defRPr sz="1275" b="0">
                <a:solidFill>
                  <a:srgbClr val="15344D"/>
                </a:solidFill>
                <a:latin typeface="Arial"/>
                <a:ea typeface="Arial"/>
                <a:cs typeface="Arial"/>
              </a:defRPr>
            </a:lvl9pPr>
          </a:lstStyle>
          <a:p xmlns:a="http://schemas.openxmlformats.org/drawingml/2006/main">
            <a:pPr algn="l">
              <a:defRPr sz="1275" b="0">
                <a:solidFill>
                  <a:srgbClr val="15344D"/>
                </a:solidFill>
                <a:latin typeface="Arial"/>
                <a:ea typeface="Arial"/>
                <a:cs typeface="Arial"/>
              </a:defRPr>
            </a:pPr>
            <a:r>
              <a:rPr sz="1275" b="0">
                <a:solidFill>
                  <a:srgbClr val="15344D"/>
                </a:solidFill>
                <a:latin typeface="Arial"/>
                <a:ea typeface="Arial"/>
                <a:cs typeface="Arial"/>
              </a:rPr>
              <a:t>This project can explain the exported predictions. Strong local accuracy claims require independent labels and a sampling design.</a:t>
            </a:r>
          </a:p>
        </p:txBody>
      </p:sp>
    </p:spTree>
    <p:extLst>
      <p:ext uri="{BB962C8B-B14F-4D97-AF65-F5344CB8AC3E}">
        <p14:creationId xmlns:p14="http://schemas.microsoft.com/office/powerpoint/2010/main" val="320807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2026-10-22T15:28:31.3520000Z</dcterms:created>
  <dcterms:modified xsi:type="dcterms:W3CDTF">2026-10-22T15:28:31.3540000Z</dcterms:modified>
</coreProperties>
</file>